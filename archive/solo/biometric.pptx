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6858000" cy="9144000"/>
  <p:embeddedFontLst>
    <p:embeddedFont>
      <p:font typeface="Raleway"/>
      <p:regular r:id="rId14"/>
      <p:bold r:id="rId15"/>
      <p:italic r:id="rId16"/>
      <p:boldItalic r:id="rId17"/>
    </p:embeddedFont>
    <p:embeddedFont>
      <p:font typeface="Lato"/>
      <p:regular r:id="rId18"/>
      <p:bold r:id="rId19"/>
      <p:italic r:id="rId20"/>
      <p:boldItalic r:id="rId21"/>
    </p:embeddedFont>
    <p:embeddedFont>
      <p:font typeface="Source Sans Pr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3EB92F01-BB30-4E51-AFE9-EA5F48F9A2B5}">
  <a:tblStyle styleId="{3EB92F01-BB30-4E51-AFE9-EA5F48F9A2B5}" styleName="Table_0">
    <a:wholeTbl>
      <a:tcTxStyle b="off" i="off">
        <a:font>
          <a:latin typeface="Franklin Gothic Book"/>
          <a:ea typeface="Franklin Gothic Book"/>
          <a:cs typeface="Franklin Gothic Book"/>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FB6D6A9-DEE3-4B2D-9D29-F451D09BC743}" styleName="Table_1">
    <a:wholeTbl>
      <a:tcTxStyle>
        <a:font>
          <a:latin typeface="Arial"/>
          <a:ea typeface="Arial"/>
          <a:cs typeface="Arial"/>
        </a:font>
        <a:srgbClr val="000000"/>
      </a:tcTxStyle>
      <a:tcStyle>
        <a:tcBdr>
          <a:left>
            <a:ln cap="flat" cmpd="sng" w="6350">
              <a:solidFill>
                <a:srgbClr val="000000"/>
              </a:solidFill>
              <a:prstDash val="solid"/>
              <a:round/>
              <a:headEnd len="sm" w="sm" type="none"/>
              <a:tailEnd len="sm" w="sm" type="none"/>
            </a:ln>
          </a:left>
          <a:right>
            <a:ln cap="flat" cmpd="sng" w="6350">
              <a:solidFill>
                <a:srgbClr val="000000"/>
              </a:solidFill>
              <a:prstDash val="solid"/>
              <a:round/>
              <a:headEnd len="sm" w="sm" type="none"/>
              <a:tailEnd len="sm" w="sm" type="none"/>
            </a:ln>
          </a:right>
          <a:top>
            <a:ln cap="flat" cmpd="sng" w="6350">
              <a:solidFill>
                <a:srgbClr val="000000"/>
              </a:solidFill>
              <a:prstDash val="solid"/>
              <a:round/>
              <a:headEnd len="sm" w="sm" type="none"/>
              <a:tailEnd len="sm" w="sm" type="none"/>
            </a:ln>
          </a:top>
          <a:bottom>
            <a:ln cap="flat" cmpd="sng" w="6350">
              <a:solidFill>
                <a:srgbClr val="000000"/>
              </a:solidFill>
              <a:prstDash val="solid"/>
              <a:round/>
              <a:headEnd len="sm" w="sm" type="none"/>
              <a:tailEnd len="sm" w="sm" type="none"/>
            </a:ln>
          </a:bottom>
          <a:insideH>
            <a:ln cap="flat" cmpd="sng" w="6350">
              <a:solidFill>
                <a:srgbClr val="000000"/>
              </a:solidFill>
              <a:prstDash val="solid"/>
              <a:round/>
              <a:headEnd len="sm" w="sm" type="none"/>
              <a:tailEnd len="sm" w="sm" type="none"/>
            </a:ln>
          </a:insideH>
          <a:insideV>
            <a:ln cap="flat" cmpd="sng" w="635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22" Type="http://schemas.openxmlformats.org/officeDocument/2006/relationships/font" Target="fonts/SourceSansPro-regular.fntdata"/><Relationship Id="rId21" Type="http://schemas.openxmlformats.org/officeDocument/2006/relationships/font" Target="fonts/Lato-boldItalic.fntdata"/><Relationship Id="rId24" Type="http://schemas.openxmlformats.org/officeDocument/2006/relationships/font" Target="fonts/SourceSansPro-italic.fntdata"/><Relationship Id="rId23" Type="http://schemas.openxmlformats.org/officeDocument/2006/relationships/font" Target="fonts/SourceSansPr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SourceSansPr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19" Type="http://schemas.openxmlformats.org/officeDocument/2006/relationships/font" Target="fonts/Lato-bold.fntdata"/><Relationship Id="rId18" Type="http://schemas.openxmlformats.org/officeDocument/2006/relationships/font" Target="fonts/La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1" name="Shape 101"/>
        <p:cNvGrpSpPr/>
        <p:nvPr/>
      </p:nvGrpSpPr>
      <p:grpSpPr>
        <a:xfrm>
          <a:off x="0" y="0"/>
          <a:ext cx="0" cy="0"/>
          <a:chOff x="0" y="0"/>
          <a:chExt cx="0" cy="0"/>
        </a:xfrm>
      </p:grpSpPr>
      <p:sp>
        <p:nvSpPr>
          <p:cNvPr id="102" name="Google Shape;102;p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7" name="Shape 107"/>
        <p:cNvGrpSpPr/>
        <p:nvPr/>
      </p:nvGrpSpPr>
      <p:grpSpPr>
        <a:xfrm>
          <a:off x="0" y="0"/>
          <a:ext cx="0" cy="0"/>
          <a:chOff x="0" y="0"/>
          <a:chExt cx="0" cy="0"/>
        </a:xfrm>
      </p:grpSpPr>
      <p:sp>
        <p:nvSpPr>
          <p:cNvPr id="108" name="Google Shape;108;g30c283ee4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0c283ee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8" name="Shape 118"/>
        <p:cNvGrpSpPr/>
        <p:nvPr/>
      </p:nvGrpSpPr>
      <p:grpSpPr>
        <a:xfrm>
          <a:off x="0" y="0"/>
          <a:ext cx="0" cy="0"/>
          <a:chOff x="0" y="0"/>
          <a:chExt cx="0" cy="0"/>
        </a:xfrm>
      </p:grpSpPr>
      <p:sp>
        <p:nvSpPr>
          <p:cNvPr id="119" name="Google Shape;119;p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Google Shape;131;p1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8" name="Shape 138"/>
        <p:cNvGrpSpPr/>
        <p:nvPr/>
      </p:nvGrpSpPr>
      <p:grpSpPr>
        <a:xfrm>
          <a:off x="0" y="0"/>
          <a:ext cx="0" cy="0"/>
          <a:chOff x="0" y="0"/>
          <a:chExt cx="0" cy="0"/>
        </a:xfrm>
      </p:grpSpPr>
      <p:sp>
        <p:nvSpPr>
          <p:cNvPr id="139" name="Google Shape;139;p1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2" name="Shape 152"/>
        <p:cNvGrpSpPr/>
        <p:nvPr/>
      </p:nvGrpSpPr>
      <p:grpSpPr>
        <a:xfrm>
          <a:off x="0" y="0"/>
          <a:ext cx="0" cy="0"/>
          <a:chOff x="0" y="0"/>
          <a:chExt cx="0" cy="0"/>
        </a:xfrm>
      </p:grpSpPr>
      <p:sp>
        <p:nvSpPr>
          <p:cNvPr id="153" name="Google Shape;153;g3e38e8ab92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e38e8ab92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12192000" cy="6504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1" name="Google Shape;11;p2"/>
          <p:cNvGrpSpPr/>
          <p:nvPr/>
        </p:nvGrpSpPr>
        <p:grpSpPr>
          <a:xfrm>
            <a:off x="1107036" y="1588427"/>
            <a:ext cx="994316" cy="61102"/>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972600" y="1763267"/>
            <a:ext cx="10250700" cy="2219700"/>
          </a:xfrm>
          <a:prstGeom prst="rect">
            <a:avLst/>
          </a:prstGeom>
        </p:spPr>
        <p:txBody>
          <a:bodyPr anchorCtr="0" anchor="t" bIns="121900" lIns="121900" spcFirstLastPara="1" rIns="121900" wrap="square" tIns="121900"/>
          <a:lstStyle>
            <a:lvl1pPr lvl="0">
              <a:spcBef>
                <a:spcPts val="0"/>
              </a:spcBef>
              <a:spcAft>
                <a:spcPts val="0"/>
              </a:spcAft>
              <a:buClr>
                <a:schemeClr val="dk2"/>
              </a:buClr>
              <a:buSzPts val="5600"/>
              <a:buNone/>
              <a:defRPr sz="5600">
                <a:solidFill>
                  <a:schemeClr val="dk2"/>
                </a:solidFill>
              </a:defRPr>
            </a:lvl1pPr>
            <a:lvl2pPr lvl="1">
              <a:spcBef>
                <a:spcPts val="0"/>
              </a:spcBef>
              <a:spcAft>
                <a:spcPts val="0"/>
              </a:spcAft>
              <a:buClr>
                <a:schemeClr val="dk2"/>
              </a:buClr>
              <a:buSzPts val="5600"/>
              <a:buNone/>
              <a:defRPr sz="5600">
                <a:solidFill>
                  <a:schemeClr val="dk2"/>
                </a:solidFill>
              </a:defRPr>
            </a:lvl2pPr>
            <a:lvl3pPr lvl="2">
              <a:spcBef>
                <a:spcPts val="0"/>
              </a:spcBef>
              <a:spcAft>
                <a:spcPts val="0"/>
              </a:spcAft>
              <a:buClr>
                <a:schemeClr val="dk2"/>
              </a:buClr>
              <a:buSzPts val="5600"/>
              <a:buNone/>
              <a:defRPr sz="5600">
                <a:solidFill>
                  <a:schemeClr val="dk2"/>
                </a:solidFill>
              </a:defRPr>
            </a:lvl3pPr>
            <a:lvl4pPr lvl="3">
              <a:spcBef>
                <a:spcPts val="0"/>
              </a:spcBef>
              <a:spcAft>
                <a:spcPts val="0"/>
              </a:spcAft>
              <a:buClr>
                <a:schemeClr val="dk2"/>
              </a:buClr>
              <a:buSzPts val="5600"/>
              <a:buNone/>
              <a:defRPr sz="5600">
                <a:solidFill>
                  <a:schemeClr val="dk2"/>
                </a:solidFill>
              </a:defRPr>
            </a:lvl4pPr>
            <a:lvl5pPr lvl="4">
              <a:spcBef>
                <a:spcPts val="0"/>
              </a:spcBef>
              <a:spcAft>
                <a:spcPts val="0"/>
              </a:spcAft>
              <a:buClr>
                <a:schemeClr val="dk2"/>
              </a:buClr>
              <a:buSzPts val="5600"/>
              <a:buNone/>
              <a:defRPr sz="5600">
                <a:solidFill>
                  <a:schemeClr val="dk2"/>
                </a:solidFill>
              </a:defRPr>
            </a:lvl5pPr>
            <a:lvl6pPr lvl="5">
              <a:spcBef>
                <a:spcPts val="0"/>
              </a:spcBef>
              <a:spcAft>
                <a:spcPts val="0"/>
              </a:spcAft>
              <a:buClr>
                <a:schemeClr val="dk2"/>
              </a:buClr>
              <a:buSzPts val="5600"/>
              <a:buNone/>
              <a:defRPr sz="5600">
                <a:solidFill>
                  <a:schemeClr val="dk2"/>
                </a:solidFill>
              </a:defRPr>
            </a:lvl6pPr>
            <a:lvl7pPr lvl="6">
              <a:spcBef>
                <a:spcPts val="0"/>
              </a:spcBef>
              <a:spcAft>
                <a:spcPts val="0"/>
              </a:spcAft>
              <a:buClr>
                <a:schemeClr val="dk2"/>
              </a:buClr>
              <a:buSzPts val="5600"/>
              <a:buNone/>
              <a:defRPr sz="5600">
                <a:solidFill>
                  <a:schemeClr val="dk2"/>
                </a:solidFill>
              </a:defRPr>
            </a:lvl7pPr>
            <a:lvl8pPr lvl="7">
              <a:spcBef>
                <a:spcPts val="0"/>
              </a:spcBef>
              <a:spcAft>
                <a:spcPts val="0"/>
              </a:spcAft>
              <a:buClr>
                <a:schemeClr val="dk2"/>
              </a:buClr>
              <a:buSzPts val="5600"/>
              <a:buNone/>
              <a:defRPr sz="5600">
                <a:solidFill>
                  <a:schemeClr val="dk2"/>
                </a:solidFill>
              </a:defRPr>
            </a:lvl8pPr>
            <a:lvl9pPr lvl="8">
              <a:spcBef>
                <a:spcPts val="0"/>
              </a:spcBef>
              <a:spcAft>
                <a:spcPts val="0"/>
              </a:spcAft>
              <a:buClr>
                <a:schemeClr val="dk2"/>
              </a:buClr>
              <a:buSzPts val="5600"/>
              <a:buNone/>
              <a:defRPr sz="5600">
                <a:solidFill>
                  <a:schemeClr val="dk2"/>
                </a:solidFill>
              </a:defRPr>
            </a:lvl9pPr>
          </a:lstStyle>
          <a:p/>
        </p:txBody>
      </p:sp>
      <p:sp>
        <p:nvSpPr>
          <p:cNvPr id="15" name="Google Shape;15;p2"/>
          <p:cNvSpPr txBox="1"/>
          <p:nvPr>
            <p:ph idx="1" type="subTitle"/>
          </p:nvPr>
        </p:nvSpPr>
        <p:spPr>
          <a:xfrm>
            <a:off x="972837" y="4230533"/>
            <a:ext cx="10250700" cy="721500"/>
          </a:xfrm>
          <a:prstGeom prst="rect">
            <a:avLst/>
          </a:prstGeom>
        </p:spPr>
        <p:txBody>
          <a:bodyPr anchorCtr="0" anchor="t" bIns="121900" lIns="121900" spcFirstLastPara="1" rIns="121900" wrap="square" tIns="121900"/>
          <a:lstStyle>
            <a:lvl1pPr lvl="0">
              <a:lnSpc>
                <a:spcPct val="100000"/>
              </a:lnSpc>
              <a:spcBef>
                <a:spcPts val="0"/>
              </a:spcBef>
              <a:spcAft>
                <a:spcPts val="0"/>
              </a:spcAft>
              <a:buSzPts val="2100"/>
              <a:buNone/>
              <a:defRPr sz="21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11381736" y="633313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1107036" y="1588427"/>
            <a:ext cx="994316" cy="61102"/>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972600" y="1763267"/>
            <a:ext cx="10251300" cy="2024700"/>
          </a:xfrm>
          <a:prstGeom prst="rect">
            <a:avLst/>
          </a:prstGeom>
        </p:spPr>
        <p:txBody>
          <a:bodyPr anchorCtr="0" anchor="t" bIns="121900" lIns="121900" spcFirstLastPara="1" rIns="121900" wrap="square" tIns="121900"/>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22" name="Google Shape;22;p3"/>
          <p:cNvSpPr txBox="1"/>
          <p:nvPr>
            <p:ph idx="12" type="sldNum"/>
          </p:nvPr>
        </p:nvSpPr>
        <p:spPr>
          <a:xfrm>
            <a:off x="11381736" y="6333134"/>
            <a:ext cx="731700" cy="524700"/>
          </a:xfrm>
          <a:prstGeom prst="rect">
            <a:avLst/>
          </a:prstGeom>
        </p:spPr>
        <p:txBody>
          <a:bodyPr anchorCtr="0" anchor="ctr" bIns="121900" lIns="121900" spcFirstLastPara="1" rIns="121900" wrap="square" tIns="12190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121920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25" name="Google Shape;25;p4"/>
          <p:cNvGrpSpPr/>
          <p:nvPr/>
        </p:nvGrpSpPr>
        <p:grpSpPr>
          <a:xfrm>
            <a:off x="1107036" y="1588427"/>
            <a:ext cx="994316" cy="61102"/>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972600" y="1758200"/>
            <a:ext cx="10251600" cy="713700"/>
          </a:xfrm>
          <a:prstGeom prst="rect">
            <a:avLst/>
          </a:prstGeom>
        </p:spPr>
        <p:txBody>
          <a:bodyPr anchorCtr="0" anchor="t" bIns="121900" lIns="121900" spcFirstLastPara="1" rIns="121900" wrap="square" tIns="121900"/>
          <a:lstStyle>
            <a:lvl1pPr lvl="0">
              <a:spcBef>
                <a:spcPts val="0"/>
              </a:spcBef>
              <a:spcAft>
                <a:spcPts val="0"/>
              </a:spcAft>
              <a:buClr>
                <a:schemeClr val="dk2"/>
              </a:buClr>
              <a:buSzPts val="3500"/>
              <a:buNone/>
              <a:defRPr sz="3500">
                <a:solidFill>
                  <a:schemeClr val="dk2"/>
                </a:solidFill>
              </a:defRPr>
            </a:lvl1pPr>
            <a:lvl2pPr lvl="1">
              <a:spcBef>
                <a:spcPts val="0"/>
              </a:spcBef>
              <a:spcAft>
                <a:spcPts val="0"/>
              </a:spcAft>
              <a:buClr>
                <a:schemeClr val="dk2"/>
              </a:buClr>
              <a:buSzPts val="3500"/>
              <a:buNone/>
              <a:defRPr sz="3500">
                <a:solidFill>
                  <a:schemeClr val="dk2"/>
                </a:solidFill>
              </a:defRPr>
            </a:lvl2pPr>
            <a:lvl3pPr lvl="2">
              <a:spcBef>
                <a:spcPts val="0"/>
              </a:spcBef>
              <a:spcAft>
                <a:spcPts val="0"/>
              </a:spcAft>
              <a:buClr>
                <a:schemeClr val="dk2"/>
              </a:buClr>
              <a:buSzPts val="3500"/>
              <a:buNone/>
              <a:defRPr sz="3500">
                <a:solidFill>
                  <a:schemeClr val="dk2"/>
                </a:solidFill>
              </a:defRPr>
            </a:lvl3pPr>
            <a:lvl4pPr lvl="3">
              <a:spcBef>
                <a:spcPts val="0"/>
              </a:spcBef>
              <a:spcAft>
                <a:spcPts val="0"/>
              </a:spcAft>
              <a:buClr>
                <a:schemeClr val="dk2"/>
              </a:buClr>
              <a:buSzPts val="3500"/>
              <a:buNone/>
              <a:defRPr sz="3500">
                <a:solidFill>
                  <a:schemeClr val="dk2"/>
                </a:solidFill>
              </a:defRPr>
            </a:lvl4pPr>
            <a:lvl5pPr lvl="4">
              <a:spcBef>
                <a:spcPts val="0"/>
              </a:spcBef>
              <a:spcAft>
                <a:spcPts val="0"/>
              </a:spcAft>
              <a:buClr>
                <a:schemeClr val="dk2"/>
              </a:buClr>
              <a:buSzPts val="3500"/>
              <a:buNone/>
              <a:defRPr sz="3500">
                <a:solidFill>
                  <a:schemeClr val="dk2"/>
                </a:solidFill>
              </a:defRPr>
            </a:lvl5pPr>
            <a:lvl6pPr lvl="5">
              <a:spcBef>
                <a:spcPts val="0"/>
              </a:spcBef>
              <a:spcAft>
                <a:spcPts val="0"/>
              </a:spcAft>
              <a:buClr>
                <a:schemeClr val="dk2"/>
              </a:buClr>
              <a:buSzPts val="3500"/>
              <a:buNone/>
              <a:defRPr sz="3500">
                <a:solidFill>
                  <a:schemeClr val="dk2"/>
                </a:solidFill>
              </a:defRPr>
            </a:lvl6pPr>
            <a:lvl7pPr lvl="6">
              <a:spcBef>
                <a:spcPts val="0"/>
              </a:spcBef>
              <a:spcAft>
                <a:spcPts val="0"/>
              </a:spcAft>
              <a:buClr>
                <a:schemeClr val="dk2"/>
              </a:buClr>
              <a:buSzPts val="3500"/>
              <a:buNone/>
              <a:defRPr sz="3500">
                <a:solidFill>
                  <a:schemeClr val="dk2"/>
                </a:solidFill>
              </a:defRPr>
            </a:lvl7pPr>
            <a:lvl8pPr lvl="7">
              <a:spcBef>
                <a:spcPts val="0"/>
              </a:spcBef>
              <a:spcAft>
                <a:spcPts val="0"/>
              </a:spcAft>
              <a:buClr>
                <a:schemeClr val="dk2"/>
              </a:buClr>
              <a:buSzPts val="3500"/>
              <a:buNone/>
              <a:defRPr sz="3500">
                <a:solidFill>
                  <a:schemeClr val="dk2"/>
                </a:solidFill>
              </a:defRPr>
            </a:lvl8pPr>
            <a:lvl9pPr lvl="8">
              <a:spcBef>
                <a:spcPts val="0"/>
              </a:spcBef>
              <a:spcAft>
                <a:spcPts val="0"/>
              </a:spcAft>
              <a:buClr>
                <a:schemeClr val="dk2"/>
              </a:buClr>
              <a:buSzPts val="3500"/>
              <a:buNone/>
              <a:defRPr sz="3500">
                <a:solidFill>
                  <a:schemeClr val="dk2"/>
                </a:solidFill>
              </a:defRPr>
            </a:lvl9pPr>
          </a:lstStyle>
          <a:p/>
        </p:txBody>
      </p:sp>
      <p:sp>
        <p:nvSpPr>
          <p:cNvPr id="29" name="Google Shape;29;p4"/>
          <p:cNvSpPr txBox="1"/>
          <p:nvPr>
            <p:ph idx="1" type="body"/>
          </p:nvPr>
        </p:nvSpPr>
        <p:spPr>
          <a:xfrm>
            <a:off x="972600" y="2771833"/>
            <a:ext cx="10251600" cy="3014700"/>
          </a:xfrm>
          <a:prstGeom prst="rect">
            <a:avLst/>
          </a:prstGeom>
        </p:spPr>
        <p:txBody>
          <a:bodyPr anchorCtr="0" anchor="t" bIns="121900" lIns="121900" spcFirstLastPara="1" rIns="121900" wrap="square" tIns="121900"/>
          <a:lstStyle>
            <a:lvl1pPr indent="-336550" lvl="0" marL="457200">
              <a:spcBef>
                <a:spcPts val="0"/>
              </a:spcBef>
              <a:spcAft>
                <a:spcPts val="0"/>
              </a:spcAft>
              <a:buSzPts val="1700"/>
              <a:buChar char="●"/>
              <a:defRPr/>
            </a:lvl1pPr>
            <a:lvl2pPr indent="-323850" lvl="1" marL="914400">
              <a:spcBef>
                <a:spcPts val="2100"/>
              </a:spcBef>
              <a:spcAft>
                <a:spcPts val="0"/>
              </a:spcAft>
              <a:buSzPts val="1500"/>
              <a:buChar char="○"/>
              <a:defRPr/>
            </a:lvl2pPr>
            <a:lvl3pPr indent="-323850" lvl="2" marL="1371600">
              <a:spcBef>
                <a:spcPts val="2100"/>
              </a:spcBef>
              <a:spcAft>
                <a:spcPts val="0"/>
              </a:spcAft>
              <a:buSzPts val="1500"/>
              <a:buChar char="■"/>
              <a:defRPr/>
            </a:lvl3pPr>
            <a:lvl4pPr indent="-323850" lvl="3" marL="1828800">
              <a:spcBef>
                <a:spcPts val="2100"/>
              </a:spcBef>
              <a:spcAft>
                <a:spcPts val="0"/>
              </a:spcAft>
              <a:buSzPts val="1500"/>
              <a:buChar char="●"/>
              <a:defRPr/>
            </a:lvl4pPr>
            <a:lvl5pPr indent="-323850" lvl="4" marL="2286000">
              <a:spcBef>
                <a:spcPts val="2100"/>
              </a:spcBef>
              <a:spcAft>
                <a:spcPts val="0"/>
              </a:spcAft>
              <a:buSzPts val="1500"/>
              <a:buChar char="○"/>
              <a:defRPr/>
            </a:lvl5pPr>
            <a:lvl6pPr indent="-323850" lvl="5" marL="2743200">
              <a:spcBef>
                <a:spcPts val="2100"/>
              </a:spcBef>
              <a:spcAft>
                <a:spcPts val="0"/>
              </a:spcAft>
              <a:buSzPts val="1500"/>
              <a:buChar char="■"/>
              <a:defRPr/>
            </a:lvl6pPr>
            <a:lvl7pPr indent="-323850" lvl="6" marL="3200400">
              <a:spcBef>
                <a:spcPts val="2100"/>
              </a:spcBef>
              <a:spcAft>
                <a:spcPts val="0"/>
              </a:spcAft>
              <a:buSzPts val="1500"/>
              <a:buChar char="●"/>
              <a:defRPr/>
            </a:lvl7pPr>
            <a:lvl8pPr indent="-323850" lvl="7" marL="3657600">
              <a:spcBef>
                <a:spcPts val="2100"/>
              </a:spcBef>
              <a:spcAft>
                <a:spcPts val="0"/>
              </a:spcAft>
              <a:buSzPts val="1500"/>
              <a:buChar char="○"/>
              <a:defRPr/>
            </a:lvl8pPr>
            <a:lvl9pPr indent="-323850" lvl="8" marL="4114800">
              <a:spcBef>
                <a:spcPts val="2100"/>
              </a:spcBef>
              <a:spcAft>
                <a:spcPts val="2100"/>
              </a:spcAft>
              <a:buSzPts val="1500"/>
              <a:buChar char="■"/>
              <a:defRPr/>
            </a:lvl9pPr>
          </a:lstStyle>
          <a:p/>
        </p:txBody>
      </p:sp>
      <p:sp>
        <p:nvSpPr>
          <p:cNvPr id="30" name="Google Shape;30;p4"/>
          <p:cNvSpPr txBox="1"/>
          <p:nvPr>
            <p:ph idx="12" type="sldNum"/>
          </p:nvPr>
        </p:nvSpPr>
        <p:spPr>
          <a:xfrm>
            <a:off x="11381736" y="633313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121920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33" name="Google Shape;33;p5"/>
          <p:cNvGrpSpPr/>
          <p:nvPr/>
        </p:nvGrpSpPr>
        <p:grpSpPr>
          <a:xfrm>
            <a:off x="1107036" y="1588427"/>
            <a:ext cx="994316" cy="61102"/>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972600" y="1758200"/>
            <a:ext cx="10251300" cy="713700"/>
          </a:xfrm>
          <a:prstGeom prst="rect">
            <a:avLst/>
          </a:prstGeom>
        </p:spPr>
        <p:txBody>
          <a:bodyPr anchorCtr="0" anchor="t" bIns="121900" lIns="121900" spcFirstLastPara="1" rIns="121900" wrap="square" tIns="121900"/>
          <a:lstStyle>
            <a:lvl1pPr lvl="0">
              <a:spcBef>
                <a:spcPts val="0"/>
              </a:spcBef>
              <a:spcAft>
                <a:spcPts val="0"/>
              </a:spcAft>
              <a:buClr>
                <a:schemeClr val="dk2"/>
              </a:buClr>
              <a:buSzPts val="3500"/>
              <a:buNone/>
              <a:defRPr sz="3500">
                <a:solidFill>
                  <a:schemeClr val="dk2"/>
                </a:solidFill>
              </a:defRPr>
            </a:lvl1pPr>
            <a:lvl2pPr lvl="1">
              <a:spcBef>
                <a:spcPts val="0"/>
              </a:spcBef>
              <a:spcAft>
                <a:spcPts val="0"/>
              </a:spcAft>
              <a:buClr>
                <a:schemeClr val="dk2"/>
              </a:buClr>
              <a:buSzPts val="3500"/>
              <a:buNone/>
              <a:defRPr sz="3500">
                <a:solidFill>
                  <a:schemeClr val="dk2"/>
                </a:solidFill>
              </a:defRPr>
            </a:lvl2pPr>
            <a:lvl3pPr lvl="2">
              <a:spcBef>
                <a:spcPts val="0"/>
              </a:spcBef>
              <a:spcAft>
                <a:spcPts val="0"/>
              </a:spcAft>
              <a:buClr>
                <a:schemeClr val="dk2"/>
              </a:buClr>
              <a:buSzPts val="3500"/>
              <a:buNone/>
              <a:defRPr sz="3500">
                <a:solidFill>
                  <a:schemeClr val="dk2"/>
                </a:solidFill>
              </a:defRPr>
            </a:lvl3pPr>
            <a:lvl4pPr lvl="3">
              <a:spcBef>
                <a:spcPts val="0"/>
              </a:spcBef>
              <a:spcAft>
                <a:spcPts val="0"/>
              </a:spcAft>
              <a:buClr>
                <a:schemeClr val="dk2"/>
              </a:buClr>
              <a:buSzPts val="3500"/>
              <a:buNone/>
              <a:defRPr sz="3500">
                <a:solidFill>
                  <a:schemeClr val="dk2"/>
                </a:solidFill>
              </a:defRPr>
            </a:lvl4pPr>
            <a:lvl5pPr lvl="4">
              <a:spcBef>
                <a:spcPts val="0"/>
              </a:spcBef>
              <a:spcAft>
                <a:spcPts val="0"/>
              </a:spcAft>
              <a:buClr>
                <a:schemeClr val="dk2"/>
              </a:buClr>
              <a:buSzPts val="3500"/>
              <a:buNone/>
              <a:defRPr sz="3500">
                <a:solidFill>
                  <a:schemeClr val="dk2"/>
                </a:solidFill>
              </a:defRPr>
            </a:lvl5pPr>
            <a:lvl6pPr lvl="5">
              <a:spcBef>
                <a:spcPts val="0"/>
              </a:spcBef>
              <a:spcAft>
                <a:spcPts val="0"/>
              </a:spcAft>
              <a:buClr>
                <a:schemeClr val="dk2"/>
              </a:buClr>
              <a:buSzPts val="3500"/>
              <a:buNone/>
              <a:defRPr sz="3500">
                <a:solidFill>
                  <a:schemeClr val="dk2"/>
                </a:solidFill>
              </a:defRPr>
            </a:lvl6pPr>
            <a:lvl7pPr lvl="6">
              <a:spcBef>
                <a:spcPts val="0"/>
              </a:spcBef>
              <a:spcAft>
                <a:spcPts val="0"/>
              </a:spcAft>
              <a:buClr>
                <a:schemeClr val="dk2"/>
              </a:buClr>
              <a:buSzPts val="3500"/>
              <a:buNone/>
              <a:defRPr sz="3500">
                <a:solidFill>
                  <a:schemeClr val="dk2"/>
                </a:solidFill>
              </a:defRPr>
            </a:lvl7pPr>
            <a:lvl8pPr lvl="7">
              <a:spcBef>
                <a:spcPts val="0"/>
              </a:spcBef>
              <a:spcAft>
                <a:spcPts val="0"/>
              </a:spcAft>
              <a:buClr>
                <a:schemeClr val="dk2"/>
              </a:buClr>
              <a:buSzPts val="3500"/>
              <a:buNone/>
              <a:defRPr sz="3500">
                <a:solidFill>
                  <a:schemeClr val="dk2"/>
                </a:solidFill>
              </a:defRPr>
            </a:lvl8pPr>
            <a:lvl9pPr lvl="8">
              <a:spcBef>
                <a:spcPts val="0"/>
              </a:spcBef>
              <a:spcAft>
                <a:spcPts val="0"/>
              </a:spcAft>
              <a:buClr>
                <a:schemeClr val="dk2"/>
              </a:buClr>
              <a:buSzPts val="3500"/>
              <a:buNone/>
              <a:defRPr sz="3500">
                <a:solidFill>
                  <a:schemeClr val="dk2"/>
                </a:solidFill>
              </a:defRPr>
            </a:lvl9pPr>
          </a:lstStyle>
          <a:p/>
        </p:txBody>
      </p:sp>
      <p:sp>
        <p:nvSpPr>
          <p:cNvPr id="37" name="Google Shape;37;p5"/>
          <p:cNvSpPr txBox="1"/>
          <p:nvPr>
            <p:ph idx="1" type="body"/>
          </p:nvPr>
        </p:nvSpPr>
        <p:spPr>
          <a:xfrm>
            <a:off x="972434" y="2771833"/>
            <a:ext cx="5032500" cy="3014700"/>
          </a:xfrm>
          <a:prstGeom prst="rect">
            <a:avLst/>
          </a:prstGeom>
        </p:spPr>
        <p:txBody>
          <a:bodyPr anchorCtr="0" anchor="t" bIns="121900" lIns="121900" spcFirstLastPara="1" rIns="121900" wrap="square" tIns="121900"/>
          <a:lstStyle>
            <a:lvl1pPr indent="-336550" lvl="0" marL="457200">
              <a:spcBef>
                <a:spcPts val="0"/>
              </a:spcBef>
              <a:spcAft>
                <a:spcPts val="0"/>
              </a:spcAft>
              <a:buSzPts val="1700"/>
              <a:buChar char="●"/>
              <a:defRPr/>
            </a:lvl1pPr>
            <a:lvl2pPr indent="-323850" lvl="1" marL="914400">
              <a:spcBef>
                <a:spcPts val="2100"/>
              </a:spcBef>
              <a:spcAft>
                <a:spcPts val="0"/>
              </a:spcAft>
              <a:buSzPts val="1500"/>
              <a:buChar char="○"/>
              <a:defRPr/>
            </a:lvl2pPr>
            <a:lvl3pPr indent="-323850" lvl="2" marL="1371600">
              <a:spcBef>
                <a:spcPts val="2100"/>
              </a:spcBef>
              <a:spcAft>
                <a:spcPts val="0"/>
              </a:spcAft>
              <a:buSzPts val="1500"/>
              <a:buChar char="■"/>
              <a:defRPr/>
            </a:lvl3pPr>
            <a:lvl4pPr indent="-323850" lvl="3" marL="1828800">
              <a:spcBef>
                <a:spcPts val="2100"/>
              </a:spcBef>
              <a:spcAft>
                <a:spcPts val="0"/>
              </a:spcAft>
              <a:buSzPts val="1500"/>
              <a:buChar char="●"/>
              <a:defRPr/>
            </a:lvl4pPr>
            <a:lvl5pPr indent="-323850" lvl="4" marL="2286000">
              <a:spcBef>
                <a:spcPts val="2100"/>
              </a:spcBef>
              <a:spcAft>
                <a:spcPts val="0"/>
              </a:spcAft>
              <a:buSzPts val="1500"/>
              <a:buChar char="○"/>
              <a:defRPr/>
            </a:lvl5pPr>
            <a:lvl6pPr indent="-323850" lvl="5" marL="2743200">
              <a:spcBef>
                <a:spcPts val="2100"/>
              </a:spcBef>
              <a:spcAft>
                <a:spcPts val="0"/>
              </a:spcAft>
              <a:buSzPts val="1500"/>
              <a:buChar char="■"/>
              <a:defRPr/>
            </a:lvl6pPr>
            <a:lvl7pPr indent="-323850" lvl="6" marL="3200400">
              <a:spcBef>
                <a:spcPts val="2100"/>
              </a:spcBef>
              <a:spcAft>
                <a:spcPts val="0"/>
              </a:spcAft>
              <a:buSzPts val="1500"/>
              <a:buChar char="●"/>
              <a:defRPr/>
            </a:lvl7pPr>
            <a:lvl8pPr indent="-323850" lvl="7" marL="3657600">
              <a:spcBef>
                <a:spcPts val="2100"/>
              </a:spcBef>
              <a:spcAft>
                <a:spcPts val="0"/>
              </a:spcAft>
              <a:buSzPts val="1500"/>
              <a:buChar char="○"/>
              <a:defRPr/>
            </a:lvl8pPr>
            <a:lvl9pPr indent="-323850" lvl="8" marL="4114800">
              <a:spcBef>
                <a:spcPts val="2100"/>
              </a:spcBef>
              <a:spcAft>
                <a:spcPts val="2100"/>
              </a:spcAft>
              <a:buSzPts val="1500"/>
              <a:buChar char="■"/>
              <a:defRPr/>
            </a:lvl9pPr>
          </a:lstStyle>
          <a:p/>
        </p:txBody>
      </p:sp>
      <p:sp>
        <p:nvSpPr>
          <p:cNvPr id="38" name="Google Shape;38;p5"/>
          <p:cNvSpPr txBox="1"/>
          <p:nvPr>
            <p:ph idx="2" type="body"/>
          </p:nvPr>
        </p:nvSpPr>
        <p:spPr>
          <a:xfrm>
            <a:off x="6191471" y="2771833"/>
            <a:ext cx="5032500" cy="3014700"/>
          </a:xfrm>
          <a:prstGeom prst="rect">
            <a:avLst/>
          </a:prstGeom>
        </p:spPr>
        <p:txBody>
          <a:bodyPr anchorCtr="0" anchor="t" bIns="121900" lIns="121900" spcFirstLastPara="1" rIns="121900" wrap="square" tIns="121900"/>
          <a:lstStyle>
            <a:lvl1pPr indent="-336550" lvl="0" marL="457200">
              <a:spcBef>
                <a:spcPts val="0"/>
              </a:spcBef>
              <a:spcAft>
                <a:spcPts val="0"/>
              </a:spcAft>
              <a:buSzPts val="1700"/>
              <a:buChar char="●"/>
              <a:defRPr/>
            </a:lvl1pPr>
            <a:lvl2pPr indent="-323850" lvl="1" marL="914400">
              <a:spcBef>
                <a:spcPts val="2100"/>
              </a:spcBef>
              <a:spcAft>
                <a:spcPts val="0"/>
              </a:spcAft>
              <a:buSzPts val="1500"/>
              <a:buChar char="○"/>
              <a:defRPr/>
            </a:lvl2pPr>
            <a:lvl3pPr indent="-323850" lvl="2" marL="1371600">
              <a:spcBef>
                <a:spcPts val="2100"/>
              </a:spcBef>
              <a:spcAft>
                <a:spcPts val="0"/>
              </a:spcAft>
              <a:buSzPts val="1500"/>
              <a:buChar char="■"/>
              <a:defRPr/>
            </a:lvl3pPr>
            <a:lvl4pPr indent="-323850" lvl="3" marL="1828800">
              <a:spcBef>
                <a:spcPts val="2100"/>
              </a:spcBef>
              <a:spcAft>
                <a:spcPts val="0"/>
              </a:spcAft>
              <a:buSzPts val="1500"/>
              <a:buChar char="●"/>
              <a:defRPr/>
            </a:lvl4pPr>
            <a:lvl5pPr indent="-323850" lvl="4" marL="2286000">
              <a:spcBef>
                <a:spcPts val="2100"/>
              </a:spcBef>
              <a:spcAft>
                <a:spcPts val="0"/>
              </a:spcAft>
              <a:buSzPts val="1500"/>
              <a:buChar char="○"/>
              <a:defRPr/>
            </a:lvl5pPr>
            <a:lvl6pPr indent="-323850" lvl="5" marL="2743200">
              <a:spcBef>
                <a:spcPts val="2100"/>
              </a:spcBef>
              <a:spcAft>
                <a:spcPts val="0"/>
              </a:spcAft>
              <a:buSzPts val="1500"/>
              <a:buChar char="■"/>
              <a:defRPr/>
            </a:lvl6pPr>
            <a:lvl7pPr indent="-323850" lvl="6" marL="3200400">
              <a:spcBef>
                <a:spcPts val="2100"/>
              </a:spcBef>
              <a:spcAft>
                <a:spcPts val="0"/>
              </a:spcAft>
              <a:buSzPts val="1500"/>
              <a:buChar char="●"/>
              <a:defRPr/>
            </a:lvl7pPr>
            <a:lvl8pPr indent="-323850" lvl="7" marL="3657600">
              <a:spcBef>
                <a:spcPts val="2100"/>
              </a:spcBef>
              <a:spcAft>
                <a:spcPts val="0"/>
              </a:spcAft>
              <a:buSzPts val="1500"/>
              <a:buChar char="○"/>
              <a:defRPr/>
            </a:lvl8pPr>
            <a:lvl9pPr indent="-323850" lvl="8" marL="4114800">
              <a:spcBef>
                <a:spcPts val="2100"/>
              </a:spcBef>
              <a:spcAft>
                <a:spcPts val="2100"/>
              </a:spcAft>
              <a:buSzPts val="1500"/>
              <a:buChar char="■"/>
              <a:defRPr/>
            </a:lvl9pPr>
          </a:lstStyle>
          <a:p/>
        </p:txBody>
      </p:sp>
      <p:sp>
        <p:nvSpPr>
          <p:cNvPr id="39" name="Google Shape;39;p5"/>
          <p:cNvSpPr txBox="1"/>
          <p:nvPr>
            <p:ph idx="12" type="sldNum"/>
          </p:nvPr>
        </p:nvSpPr>
        <p:spPr>
          <a:xfrm>
            <a:off x="11381736" y="633313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121920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42" name="Google Shape;42;p6"/>
          <p:cNvGrpSpPr/>
          <p:nvPr/>
        </p:nvGrpSpPr>
        <p:grpSpPr>
          <a:xfrm>
            <a:off x="1107036" y="1588427"/>
            <a:ext cx="994316" cy="61102"/>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972600" y="1758200"/>
            <a:ext cx="10251300" cy="713700"/>
          </a:xfrm>
          <a:prstGeom prst="rect">
            <a:avLst/>
          </a:prstGeom>
        </p:spPr>
        <p:txBody>
          <a:bodyPr anchorCtr="0" anchor="t" bIns="121900" lIns="121900" spcFirstLastPara="1" rIns="121900" wrap="square" tIns="121900"/>
          <a:lstStyle>
            <a:lvl1pPr lvl="0">
              <a:spcBef>
                <a:spcPts val="0"/>
              </a:spcBef>
              <a:spcAft>
                <a:spcPts val="0"/>
              </a:spcAft>
              <a:buClr>
                <a:schemeClr val="dk2"/>
              </a:buClr>
              <a:buSzPts val="3500"/>
              <a:buNone/>
              <a:defRPr sz="3500">
                <a:solidFill>
                  <a:schemeClr val="dk2"/>
                </a:solidFill>
              </a:defRPr>
            </a:lvl1pPr>
            <a:lvl2pPr lvl="1">
              <a:spcBef>
                <a:spcPts val="0"/>
              </a:spcBef>
              <a:spcAft>
                <a:spcPts val="0"/>
              </a:spcAft>
              <a:buClr>
                <a:schemeClr val="dk2"/>
              </a:buClr>
              <a:buSzPts val="3500"/>
              <a:buNone/>
              <a:defRPr sz="3500">
                <a:solidFill>
                  <a:schemeClr val="dk2"/>
                </a:solidFill>
              </a:defRPr>
            </a:lvl2pPr>
            <a:lvl3pPr lvl="2">
              <a:spcBef>
                <a:spcPts val="0"/>
              </a:spcBef>
              <a:spcAft>
                <a:spcPts val="0"/>
              </a:spcAft>
              <a:buClr>
                <a:schemeClr val="dk2"/>
              </a:buClr>
              <a:buSzPts val="3500"/>
              <a:buNone/>
              <a:defRPr sz="3500">
                <a:solidFill>
                  <a:schemeClr val="dk2"/>
                </a:solidFill>
              </a:defRPr>
            </a:lvl3pPr>
            <a:lvl4pPr lvl="3">
              <a:spcBef>
                <a:spcPts val="0"/>
              </a:spcBef>
              <a:spcAft>
                <a:spcPts val="0"/>
              </a:spcAft>
              <a:buClr>
                <a:schemeClr val="dk2"/>
              </a:buClr>
              <a:buSzPts val="3500"/>
              <a:buNone/>
              <a:defRPr sz="3500">
                <a:solidFill>
                  <a:schemeClr val="dk2"/>
                </a:solidFill>
              </a:defRPr>
            </a:lvl4pPr>
            <a:lvl5pPr lvl="4">
              <a:spcBef>
                <a:spcPts val="0"/>
              </a:spcBef>
              <a:spcAft>
                <a:spcPts val="0"/>
              </a:spcAft>
              <a:buClr>
                <a:schemeClr val="dk2"/>
              </a:buClr>
              <a:buSzPts val="3500"/>
              <a:buNone/>
              <a:defRPr sz="3500">
                <a:solidFill>
                  <a:schemeClr val="dk2"/>
                </a:solidFill>
              </a:defRPr>
            </a:lvl5pPr>
            <a:lvl6pPr lvl="5">
              <a:spcBef>
                <a:spcPts val="0"/>
              </a:spcBef>
              <a:spcAft>
                <a:spcPts val="0"/>
              </a:spcAft>
              <a:buClr>
                <a:schemeClr val="dk2"/>
              </a:buClr>
              <a:buSzPts val="3500"/>
              <a:buNone/>
              <a:defRPr sz="3500">
                <a:solidFill>
                  <a:schemeClr val="dk2"/>
                </a:solidFill>
              </a:defRPr>
            </a:lvl6pPr>
            <a:lvl7pPr lvl="6">
              <a:spcBef>
                <a:spcPts val="0"/>
              </a:spcBef>
              <a:spcAft>
                <a:spcPts val="0"/>
              </a:spcAft>
              <a:buClr>
                <a:schemeClr val="dk2"/>
              </a:buClr>
              <a:buSzPts val="3500"/>
              <a:buNone/>
              <a:defRPr sz="3500">
                <a:solidFill>
                  <a:schemeClr val="dk2"/>
                </a:solidFill>
              </a:defRPr>
            </a:lvl7pPr>
            <a:lvl8pPr lvl="7">
              <a:spcBef>
                <a:spcPts val="0"/>
              </a:spcBef>
              <a:spcAft>
                <a:spcPts val="0"/>
              </a:spcAft>
              <a:buClr>
                <a:schemeClr val="dk2"/>
              </a:buClr>
              <a:buSzPts val="3500"/>
              <a:buNone/>
              <a:defRPr sz="3500">
                <a:solidFill>
                  <a:schemeClr val="dk2"/>
                </a:solidFill>
              </a:defRPr>
            </a:lvl8pPr>
            <a:lvl9pPr lvl="8">
              <a:spcBef>
                <a:spcPts val="0"/>
              </a:spcBef>
              <a:spcAft>
                <a:spcPts val="0"/>
              </a:spcAft>
              <a:buClr>
                <a:schemeClr val="dk2"/>
              </a:buClr>
              <a:buSzPts val="3500"/>
              <a:buNone/>
              <a:defRPr sz="3500">
                <a:solidFill>
                  <a:schemeClr val="dk2"/>
                </a:solidFill>
              </a:defRPr>
            </a:lvl9pPr>
          </a:lstStyle>
          <a:p/>
        </p:txBody>
      </p:sp>
      <p:sp>
        <p:nvSpPr>
          <p:cNvPr id="46" name="Google Shape;46;p6"/>
          <p:cNvSpPr txBox="1"/>
          <p:nvPr>
            <p:ph idx="12" type="sldNum"/>
          </p:nvPr>
        </p:nvSpPr>
        <p:spPr>
          <a:xfrm>
            <a:off x="11381736" y="633313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121920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49" name="Google Shape;49;p7"/>
          <p:cNvGrpSpPr/>
          <p:nvPr/>
        </p:nvGrpSpPr>
        <p:grpSpPr>
          <a:xfrm>
            <a:off x="1107036" y="1588427"/>
            <a:ext cx="994316" cy="61102"/>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973333" y="1758200"/>
            <a:ext cx="4401300" cy="1842000"/>
          </a:xfrm>
          <a:prstGeom prst="rect">
            <a:avLst/>
          </a:prstGeom>
        </p:spPr>
        <p:txBody>
          <a:bodyPr anchorCtr="0" anchor="t" bIns="121900" lIns="121900" spcFirstLastPara="1" rIns="121900" wrap="square" tIns="121900"/>
          <a:lstStyle>
            <a:lvl1pPr lvl="0">
              <a:spcBef>
                <a:spcPts val="0"/>
              </a:spcBef>
              <a:spcAft>
                <a:spcPts val="0"/>
              </a:spcAft>
              <a:buClr>
                <a:schemeClr val="dk2"/>
              </a:buClr>
              <a:buSzPts val="3500"/>
              <a:buNone/>
              <a:defRPr sz="3500">
                <a:solidFill>
                  <a:schemeClr val="dk2"/>
                </a:solidFill>
              </a:defRPr>
            </a:lvl1pPr>
            <a:lvl2pPr lvl="1">
              <a:spcBef>
                <a:spcPts val="0"/>
              </a:spcBef>
              <a:spcAft>
                <a:spcPts val="0"/>
              </a:spcAft>
              <a:buClr>
                <a:schemeClr val="dk2"/>
              </a:buClr>
              <a:buSzPts val="3500"/>
              <a:buNone/>
              <a:defRPr sz="3500">
                <a:solidFill>
                  <a:schemeClr val="dk2"/>
                </a:solidFill>
              </a:defRPr>
            </a:lvl2pPr>
            <a:lvl3pPr lvl="2">
              <a:spcBef>
                <a:spcPts val="0"/>
              </a:spcBef>
              <a:spcAft>
                <a:spcPts val="0"/>
              </a:spcAft>
              <a:buClr>
                <a:schemeClr val="dk2"/>
              </a:buClr>
              <a:buSzPts val="3500"/>
              <a:buNone/>
              <a:defRPr sz="3500">
                <a:solidFill>
                  <a:schemeClr val="dk2"/>
                </a:solidFill>
              </a:defRPr>
            </a:lvl3pPr>
            <a:lvl4pPr lvl="3">
              <a:spcBef>
                <a:spcPts val="0"/>
              </a:spcBef>
              <a:spcAft>
                <a:spcPts val="0"/>
              </a:spcAft>
              <a:buClr>
                <a:schemeClr val="dk2"/>
              </a:buClr>
              <a:buSzPts val="3500"/>
              <a:buNone/>
              <a:defRPr sz="3500">
                <a:solidFill>
                  <a:schemeClr val="dk2"/>
                </a:solidFill>
              </a:defRPr>
            </a:lvl4pPr>
            <a:lvl5pPr lvl="4">
              <a:spcBef>
                <a:spcPts val="0"/>
              </a:spcBef>
              <a:spcAft>
                <a:spcPts val="0"/>
              </a:spcAft>
              <a:buClr>
                <a:schemeClr val="dk2"/>
              </a:buClr>
              <a:buSzPts val="3500"/>
              <a:buNone/>
              <a:defRPr sz="3500">
                <a:solidFill>
                  <a:schemeClr val="dk2"/>
                </a:solidFill>
              </a:defRPr>
            </a:lvl5pPr>
            <a:lvl6pPr lvl="5">
              <a:spcBef>
                <a:spcPts val="0"/>
              </a:spcBef>
              <a:spcAft>
                <a:spcPts val="0"/>
              </a:spcAft>
              <a:buClr>
                <a:schemeClr val="dk2"/>
              </a:buClr>
              <a:buSzPts val="3500"/>
              <a:buNone/>
              <a:defRPr sz="3500">
                <a:solidFill>
                  <a:schemeClr val="dk2"/>
                </a:solidFill>
              </a:defRPr>
            </a:lvl6pPr>
            <a:lvl7pPr lvl="6">
              <a:spcBef>
                <a:spcPts val="0"/>
              </a:spcBef>
              <a:spcAft>
                <a:spcPts val="0"/>
              </a:spcAft>
              <a:buClr>
                <a:schemeClr val="dk2"/>
              </a:buClr>
              <a:buSzPts val="3500"/>
              <a:buNone/>
              <a:defRPr sz="3500">
                <a:solidFill>
                  <a:schemeClr val="dk2"/>
                </a:solidFill>
              </a:defRPr>
            </a:lvl7pPr>
            <a:lvl8pPr lvl="7">
              <a:spcBef>
                <a:spcPts val="0"/>
              </a:spcBef>
              <a:spcAft>
                <a:spcPts val="0"/>
              </a:spcAft>
              <a:buClr>
                <a:schemeClr val="dk2"/>
              </a:buClr>
              <a:buSzPts val="3500"/>
              <a:buNone/>
              <a:defRPr sz="3500">
                <a:solidFill>
                  <a:schemeClr val="dk2"/>
                </a:solidFill>
              </a:defRPr>
            </a:lvl8pPr>
            <a:lvl9pPr lvl="8">
              <a:spcBef>
                <a:spcPts val="0"/>
              </a:spcBef>
              <a:spcAft>
                <a:spcPts val="0"/>
              </a:spcAft>
              <a:buClr>
                <a:schemeClr val="dk2"/>
              </a:buClr>
              <a:buSzPts val="3500"/>
              <a:buNone/>
              <a:defRPr sz="3500">
                <a:solidFill>
                  <a:schemeClr val="dk2"/>
                </a:solidFill>
              </a:defRPr>
            </a:lvl9pPr>
          </a:lstStyle>
          <a:p/>
        </p:txBody>
      </p:sp>
      <p:sp>
        <p:nvSpPr>
          <p:cNvPr id="53" name="Google Shape;53;p7"/>
          <p:cNvSpPr txBox="1"/>
          <p:nvPr>
            <p:ph idx="1" type="body"/>
          </p:nvPr>
        </p:nvSpPr>
        <p:spPr>
          <a:xfrm>
            <a:off x="961633" y="3708967"/>
            <a:ext cx="4401300" cy="2130000"/>
          </a:xfrm>
          <a:prstGeom prst="rect">
            <a:avLst/>
          </a:prstGeom>
        </p:spPr>
        <p:txBody>
          <a:bodyPr anchorCtr="0" anchor="t" bIns="121900" lIns="121900" spcFirstLastPara="1" rIns="121900" wrap="square" tIns="121900"/>
          <a:lstStyle>
            <a:lvl1pPr indent="-336550" lvl="0" marL="457200">
              <a:spcBef>
                <a:spcPts val="0"/>
              </a:spcBef>
              <a:spcAft>
                <a:spcPts val="0"/>
              </a:spcAft>
              <a:buSzPts val="1700"/>
              <a:buChar char="●"/>
              <a:defRPr/>
            </a:lvl1pPr>
            <a:lvl2pPr indent="-323850" lvl="1" marL="914400">
              <a:spcBef>
                <a:spcPts val="2100"/>
              </a:spcBef>
              <a:spcAft>
                <a:spcPts val="0"/>
              </a:spcAft>
              <a:buSzPts val="1500"/>
              <a:buChar char="○"/>
              <a:defRPr/>
            </a:lvl2pPr>
            <a:lvl3pPr indent="-323850" lvl="2" marL="1371600">
              <a:spcBef>
                <a:spcPts val="2100"/>
              </a:spcBef>
              <a:spcAft>
                <a:spcPts val="0"/>
              </a:spcAft>
              <a:buSzPts val="1500"/>
              <a:buChar char="■"/>
              <a:defRPr/>
            </a:lvl3pPr>
            <a:lvl4pPr indent="-323850" lvl="3" marL="1828800">
              <a:spcBef>
                <a:spcPts val="2100"/>
              </a:spcBef>
              <a:spcAft>
                <a:spcPts val="0"/>
              </a:spcAft>
              <a:buSzPts val="1500"/>
              <a:buChar char="●"/>
              <a:defRPr/>
            </a:lvl4pPr>
            <a:lvl5pPr indent="-323850" lvl="4" marL="2286000">
              <a:spcBef>
                <a:spcPts val="2100"/>
              </a:spcBef>
              <a:spcAft>
                <a:spcPts val="0"/>
              </a:spcAft>
              <a:buSzPts val="1500"/>
              <a:buChar char="○"/>
              <a:defRPr/>
            </a:lvl5pPr>
            <a:lvl6pPr indent="-323850" lvl="5" marL="2743200">
              <a:spcBef>
                <a:spcPts val="2100"/>
              </a:spcBef>
              <a:spcAft>
                <a:spcPts val="0"/>
              </a:spcAft>
              <a:buSzPts val="1500"/>
              <a:buChar char="■"/>
              <a:defRPr/>
            </a:lvl6pPr>
            <a:lvl7pPr indent="-323850" lvl="6" marL="3200400">
              <a:spcBef>
                <a:spcPts val="2100"/>
              </a:spcBef>
              <a:spcAft>
                <a:spcPts val="0"/>
              </a:spcAft>
              <a:buSzPts val="1500"/>
              <a:buChar char="●"/>
              <a:defRPr/>
            </a:lvl7pPr>
            <a:lvl8pPr indent="-323850" lvl="7" marL="3657600">
              <a:spcBef>
                <a:spcPts val="2100"/>
              </a:spcBef>
              <a:spcAft>
                <a:spcPts val="0"/>
              </a:spcAft>
              <a:buSzPts val="1500"/>
              <a:buChar char="○"/>
              <a:defRPr/>
            </a:lvl8pPr>
            <a:lvl9pPr indent="-323850" lvl="8" marL="4114800">
              <a:spcBef>
                <a:spcPts val="2100"/>
              </a:spcBef>
              <a:spcAft>
                <a:spcPts val="2100"/>
              </a:spcAft>
              <a:buSzPts val="1500"/>
              <a:buChar char="■"/>
              <a:defRPr/>
            </a:lvl9pPr>
          </a:lstStyle>
          <a:p/>
        </p:txBody>
      </p:sp>
      <p:sp>
        <p:nvSpPr>
          <p:cNvPr id="54" name="Google Shape;54;p7"/>
          <p:cNvSpPr txBox="1"/>
          <p:nvPr>
            <p:ph idx="12" type="sldNum"/>
          </p:nvPr>
        </p:nvSpPr>
        <p:spPr>
          <a:xfrm>
            <a:off x="11381736" y="633313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1107036" y="5558926"/>
            <a:ext cx="994316" cy="61102"/>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972600" y="1152400"/>
            <a:ext cx="9361500" cy="3980100"/>
          </a:xfrm>
          <a:prstGeom prst="rect">
            <a:avLst/>
          </a:prstGeom>
        </p:spPr>
        <p:txBody>
          <a:bodyPr anchorCtr="0" anchor="ctr" bIns="121900" lIns="121900" spcFirstLastPara="1" rIns="121900" wrap="square" tIns="121900"/>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60" name="Google Shape;60;p8"/>
          <p:cNvSpPr txBox="1"/>
          <p:nvPr>
            <p:ph idx="12" type="sldNum"/>
          </p:nvPr>
        </p:nvSpPr>
        <p:spPr>
          <a:xfrm>
            <a:off x="11381736" y="6333134"/>
            <a:ext cx="731700" cy="524700"/>
          </a:xfrm>
          <a:prstGeom prst="rect">
            <a:avLst/>
          </a:prstGeom>
        </p:spPr>
        <p:txBody>
          <a:bodyPr anchorCtr="0" anchor="ctr" bIns="121900" lIns="121900" spcFirstLastPara="1" rIns="121900" wrap="square" tIns="12190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63" name="Google Shape;63;p9"/>
          <p:cNvGrpSpPr/>
          <p:nvPr/>
        </p:nvGrpSpPr>
        <p:grpSpPr>
          <a:xfrm>
            <a:off x="1107036" y="1588427"/>
            <a:ext cx="994316" cy="61102"/>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973333" y="1758200"/>
            <a:ext cx="4401300" cy="2249700"/>
          </a:xfrm>
          <a:prstGeom prst="rect">
            <a:avLst/>
          </a:prstGeom>
        </p:spPr>
        <p:txBody>
          <a:bodyPr anchorCtr="0" anchor="t" bIns="121900" lIns="121900" spcFirstLastPara="1" rIns="121900" wrap="square" tIns="121900"/>
          <a:lstStyle>
            <a:lvl1pPr lvl="0">
              <a:spcBef>
                <a:spcPts val="0"/>
              </a:spcBef>
              <a:spcAft>
                <a:spcPts val="0"/>
              </a:spcAft>
              <a:buClr>
                <a:schemeClr val="dk2"/>
              </a:buClr>
              <a:buSzPts val="3500"/>
              <a:buNone/>
              <a:defRPr sz="3500">
                <a:solidFill>
                  <a:schemeClr val="dk2"/>
                </a:solidFill>
              </a:defRPr>
            </a:lvl1pPr>
            <a:lvl2pPr lvl="1">
              <a:spcBef>
                <a:spcPts val="0"/>
              </a:spcBef>
              <a:spcAft>
                <a:spcPts val="0"/>
              </a:spcAft>
              <a:buClr>
                <a:schemeClr val="dk2"/>
              </a:buClr>
              <a:buSzPts val="3500"/>
              <a:buNone/>
              <a:defRPr sz="3500">
                <a:solidFill>
                  <a:schemeClr val="dk2"/>
                </a:solidFill>
              </a:defRPr>
            </a:lvl2pPr>
            <a:lvl3pPr lvl="2">
              <a:spcBef>
                <a:spcPts val="0"/>
              </a:spcBef>
              <a:spcAft>
                <a:spcPts val="0"/>
              </a:spcAft>
              <a:buClr>
                <a:schemeClr val="dk2"/>
              </a:buClr>
              <a:buSzPts val="3500"/>
              <a:buNone/>
              <a:defRPr sz="3500">
                <a:solidFill>
                  <a:schemeClr val="dk2"/>
                </a:solidFill>
              </a:defRPr>
            </a:lvl3pPr>
            <a:lvl4pPr lvl="3">
              <a:spcBef>
                <a:spcPts val="0"/>
              </a:spcBef>
              <a:spcAft>
                <a:spcPts val="0"/>
              </a:spcAft>
              <a:buClr>
                <a:schemeClr val="dk2"/>
              </a:buClr>
              <a:buSzPts val="3500"/>
              <a:buNone/>
              <a:defRPr sz="3500">
                <a:solidFill>
                  <a:schemeClr val="dk2"/>
                </a:solidFill>
              </a:defRPr>
            </a:lvl4pPr>
            <a:lvl5pPr lvl="4">
              <a:spcBef>
                <a:spcPts val="0"/>
              </a:spcBef>
              <a:spcAft>
                <a:spcPts val="0"/>
              </a:spcAft>
              <a:buClr>
                <a:schemeClr val="dk2"/>
              </a:buClr>
              <a:buSzPts val="3500"/>
              <a:buNone/>
              <a:defRPr sz="3500">
                <a:solidFill>
                  <a:schemeClr val="dk2"/>
                </a:solidFill>
              </a:defRPr>
            </a:lvl5pPr>
            <a:lvl6pPr lvl="5">
              <a:spcBef>
                <a:spcPts val="0"/>
              </a:spcBef>
              <a:spcAft>
                <a:spcPts val="0"/>
              </a:spcAft>
              <a:buClr>
                <a:schemeClr val="dk2"/>
              </a:buClr>
              <a:buSzPts val="3500"/>
              <a:buNone/>
              <a:defRPr sz="3500">
                <a:solidFill>
                  <a:schemeClr val="dk2"/>
                </a:solidFill>
              </a:defRPr>
            </a:lvl6pPr>
            <a:lvl7pPr lvl="6">
              <a:spcBef>
                <a:spcPts val="0"/>
              </a:spcBef>
              <a:spcAft>
                <a:spcPts val="0"/>
              </a:spcAft>
              <a:buClr>
                <a:schemeClr val="dk2"/>
              </a:buClr>
              <a:buSzPts val="3500"/>
              <a:buNone/>
              <a:defRPr sz="3500">
                <a:solidFill>
                  <a:schemeClr val="dk2"/>
                </a:solidFill>
              </a:defRPr>
            </a:lvl7pPr>
            <a:lvl8pPr lvl="7">
              <a:spcBef>
                <a:spcPts val="0"/>
              </a:spcBef>
              <a:spcAft>
                <a:spcPts val="0"/>
              </a:spcAft>
              <a:buClr>
                <a:schemeClr val="dk2"/>
              </a:buClr>
              <a:buSzPts val="3500"/>
              <a:buNone/>
              <a:defRPr sz="3500">
                <a:solidFill>
                  <a:schemeClr val="dk2"/>
                </a:solidFill>
              </a:defRPr>
            </a:lvl8pPr>
            <a:lvl9pPr lvl="8">
              <a:spcBef>
                <a:spcPts val="0"/>
              </a:spcBef>
              <a:spcAft>
                <a:spcPts val="0"/>
              </a:spcAft>
              <a:buClr>
                <a:schemeClr val="dk2"/>
              </a:buClr>
              <a:buSzPts val="3500"/>
              <a:buNone/>
              <a:defRPr sz="3500">
                <a:solidFill>
                  <a:schemeClr val="dk2"/>
                </a:solidFill>
              </a:defRPr>
            </a:lvl9pPr>
          </a:lstStyle>
          <a:p/>
        </p:txBody>
      </p:sp>
      <p:sp>
        <p:nvSpPr>
          <p:cNvPr id="67" name="Google Shape;67;p9"/>
          <p:cNvSpPr txBox="1"/>
          <p:nvPr>
            <p:ph idx="1" type="subTitle"/>
          </p:nvPr>
        </p:nvSpPr>
        <p:spPr>
          <a:xfrm>
            <a:off x="966600" y="4215367"/>
            <a:ext cx="4401300" cy="1011900"/>
          </a:xfrm>
          <a:prstGeom prst="rect">
            <a:avLst/>
          </a:prstGeom>
        </p:spPr>
        <p:txBody>
          <a:bodyPr anchorCtr="0" anchor="t" bIns="121900" lIns="121900" spcFirstLastPara="1" rIns="121900" wrap="square" tIns="121900"/>
          <a:lstStyle>
            <a:lvl1pPr lvl="0">
              <a:lnSpc>
                <a:spcPct val="100000"/>
              </a:lnSpc>
              <a:spcBef>
                <a:spcPts val="0"/>
              </a:spcBef>
              <a:spcAft>
                <a:spcPts val="0"/>
              </a:spcAft>
              <a:buSzPts val="2100"/>
              <a:buNone/>
              <a:defRPr sz="21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68" name="Google Shape;68;p9"/>
          <p:cNvSpPr txBox="1"/>
          <p:nvPr>
            <p:ph idx="2" type="body"/>
          </p:nvPr>
        </p:nvSpPr>
        <p:spPr>
          <a:xfrm>
            <a:off x="6898967" y="1803500"/>
            <a:ext cx="4499100" cy="4034100"/>
          </a:xfrm>
          <a:prstGeom prst="rect">
            <a:avLst/>
          </a:prstGeom>
        </p:spPr>
        <p:txBody>
          <a:bodyPr anchorCtr="0" anchor="t" bIns="121900" lIns="121900" spcFirstLastPara="1" rIns="121900" wrap="square" tIns="121900"/>
          <a:lstStyle>
            <a:lvl1pPr indent="-336550" lvl="0" marL="457200">
              <a:spcBef>
                <a:spcPts val="0"/>
              </a:spcBef>
              <a:spcAft>
                <a:spcPts val="0"/>
              </a:spcAft>
              <a:buSzPts val="1700"/>
              <a:buChar char="●"/>
              <a:defRPr/>
            </a:lvl1pPr>
            <a:lvl2pPr indent="-323850" lvl="1" marL="914400">
              <a:spcBef>
                <a:spcPts val="2100"/>
              </a:spcBef>
              <a:spcAft>
                <a:spcPts val="0"/>
              </a:spcAft>
              <a:buSzPts val="1500"/>
              <a:buChar char="○"/>
              <a:defRPr/>
            </a:lvl2pPr>
            <a:lvl3pPr indent="-323850" lvl="2" marL="1371600">
              <a:spcBef>
                <a:spcPts val="2100"/>
              </a:spcBef>
              <a:spcAft>
                <a:spcPts val="0"/>
              </a:spcAft>
              <a:buSzPts val="1500"/>
              <a:buChar char="■"/>
              <a:defRPr/>
            </a:lvl3pPr>
            <a:lvl4pPr indent="-323850" lvl="3" marL="1828800">
              <a:spcBef>
                <a:spcPts val="2100"/>
              </a:spcBef>
              <a:spcAft>
                <a:spcPts val="0"/>
              </a:spcAft>
              <a:buSzPts val="1500"/>
              <a:buChar char="●"/>
              <a:defRPr/>
            </a:lvl4pPr>
            <a:lvl5pPr indent="-323850" lvl="4" marL="2286000">
              <a:spcBef>
                <a:spcPts val="2100"/>
              </a:spcBef>
              <a:spcAft>
                <a:spcPts val="0"/>
              </a:spcAft>
              <a:buSzPts val="1500"/>
              <a:buChar char="○"/>
              <a:defRPr/>
            </a:lvl5pPr>
            <a:lvl6pPr indent="-323850" lvl="5" marL="2743200">
              <a:spcBef>
                <a:spcPts val="2100"/>
              </a:spcBef>
              <a:spcAft>
                <a:spcPts val="0"/>
              </a:spcAft>
              <a:buSzPts val="1500"/>
              <a:buChar char="■"/>
              <a:defRPr/>
            </a:lvl6pPr>
            <a:lvl7pPr indent="-323850" lvl="6" marL="3200400">
              <a:spcBef>
                <a:spcPts val="2100"/>
              </a:spcBef>
              <a:spcAft>
                <a:spcPts val="0"/>
              </a:spcAft>
              <a:buSzPts val="1500"/>
              <a:buChar char="●"/>
              <a:defRPr/>
            </a:lvl7pPr>
            <a:lvl8pPr indent="-323850" lvl="7" marL="3657600">
              <a:spcBef>
                <a:spcPts val="2100"/>
              </a:spcBef>
              <a:spcAft>
                <a:spcPts val="0"/>
              </a:spcAft>
              <a:buSzPts val="1500"/>
              <a:buChar char="○"/>
              <a:defRPr/>
            </a:lvl8pPr>
            <a:lvl9pPr indent="-323850" lvl="8" marL="4114800">
              <a:spcBef>
                <a:spcPts val="2100"/>
              </a:spcBef>
              <a:spcAft>
                <a:spcPts val="2100"/>
              </a:spcAft>
              <a:buSzPts val="1500"/>
              <a:buChar char="■"/>
              <a:defRPr/>
            </a:lvl9pPr>
          </a:lstStyle>
          <a:p/>
        </p:txBody>
      </p:sp>
      <p:sp>
        <p:nvSpPr>
          <p:cNvPr id="69" name="Google Shape;69;p9"/>
          <p:cNvSpPr txBox="1"/>
          <p:nvPr>
            <p:ph idx="12" type="sldNum"/>
          </p:nvPr>
        </p:nvSpPr>
        <p:spPr>
          <a:xfrm>
            <a:off x="11381736" y="633313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966600" y="5830068"/>
            <a:ext cx="10263300" cy="614100"/>
          </a:xfrm>
          <a:prstGeom prst="rect">
            <a:avLst/>
          </a:prstGeom>
        </p:spPr>
        <p:txBody>
          <a:bodyPr anchorCtr="0" anchor="ctr" bIns="121900" lIns="121900" spcFirstLastPara="1" rIns="121900" wrap="square" tIns="121900"/>
          <a:lstStyle>
            <a:lvl1pPr indent="-228600" lvl="0" marL="457200">
              <a:lnSpc>
                <a:spcPct val="100000"/>
              </a:lnSpc>
              <a:spcBef>
                <a:spcPts val="0"/>
              </a:spcBef>
              <a:spcAft>
                <a:spcPts val="0"/>
              </a:spcAft>
              <a:buSzPts val="1700"/>
              <a:buNone/>
              <a:defRPr/>
            </a:lvl1pPr>
          </a:lstStyle>
          <a:p/>
        </p:txBody>
      </p:sp>
      <p:sp>
        <p:nvSpPr>
          <p:cNvPr id="72" name="Google Shape;72;p10"/>
          <p:cNvSpPr txBox="1"/>
          <p:nvPr>
            <p:ph idx="12" type="sldNum"/>
          </p:nvPr>
        </p:nvSpPr>
        <p:spPr>
          <a:xfrm>
            <a:off x="11381736" y="633313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1107036" y="5558926"/>
            <a:ext cx="994316" cy="61102"/>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972600" y="978600"/>
            <a:ext cx="10251300" cy="1659600"/>
          </a:xfrm>
          <a:prstGeom prst="rect">
            <a:avLst/>
          </a:prstGeom>
        </p:spPr>
        <p:txBody>
          <a:bodyPr anchorCtr="0" anchor="t" bIns="121900" lIns="121900" spcFirstLastPara="1" rIns="121900" wrap="square" tIns="121900"/>
          <a:lstStyle>
            <a:lvl1pPr lvl="0">
              <a:spcBef>
                <a:spcPts val="0"/>
              </a:spcBef>
              <a:spcAft>
                <a:spcPts val="0"/>
              </a:spcAft>
              <a:buClr>
                <a:schemeClr val="lt1"/>
              </a:buClr>
              <a:buSzPts val="10700"/>
              <a:buNone/>
              <a:defRPr sz="10700">
                <a:solidFill>
                  <a:schemeClr val="lt1"/>
                </a:solidFill>
              </a:defRPr>
            </a:lvl1pPr>
            <a:lvl2pPr lvl="1">
              <a:spcBef>
                <a:spcPts val="0"/>
              </a:spcBef>
              <a:spcAft>
                <a:spcPts val="0"/>
              </a:spcAft>
              <a:buClr>
                <a:schemeClr val="lt1"/>
              </a:buClr>
              <a:buSzPts val="10700"/>
              <a:buNone/>
              <a:defRPr sz="10700">
                <a:solidFill>
                  <a:schemeClr val="lt1"/>
                </a:solidFill>
              </a:defRPr>
            </a:lvl2pPr>
            <a:lvl3pPr lvl="2">
              <a:spcBef>
                <a:spcPts val="0"/>
              </a:spcBef>
              <a:spcAft>
                <a:spcPts val="0"/>
              </a:spcAft>
              <a:buClr>
                <a:schemeClr val="lt1"/>
              </a:buClr>
              <a:buSzPts val="10700"/>
              <a:buNone/>
              <a:defRPr sz="10700">
                <a:solidFill>
                  <a:schemeClr val="lt1"/>
                </a:solidFill>
              </a:defRPr>
            </a:lvl3pPr>
            <a:lvl4pPr lvl="3">
              <a:spcBef>
                <a:spcPts val="0"/>
              </a:spcBef>
              <a:spcAft>
                <a:spcPts val="0"/>
              </a:spcAft>
              <a:buClr>
                <a:schemeClr val="lt1"/>
              </a:buClr>
              <a:buSzPts val="10700"/>
              <a:buNone/>
              <a:defRPr sz="10700">
                <a:solidFill>
                  <a:schemeClr val="lt1"/>
                </a:solidFill>
              </a:defRPr>
            </a:lvl4pPr>
            <a:lvl5pPr lvl="4">
              <a:spcBef>
                <a:spcPts val="0"/>
              </a:spcBef>
              <a:spcAft>
                <a:spcPts val="0"/>
              </a:spcAft>
              <a:buClr>
                <a:schemeClr val="lt1"/>
              </a:buClr>
              <a:buSzPts val="10700"/>
              <a:buNone/>
              <a:defRPr sz="10700">
                <a:solidFill>
                  <a:schemeClr val="lt1"/>
                </a:solidFill>
              </a:defRPr>
            </a:lvl5pPr>
            <a:lvl6pPr lvl="5">
              <a:spcBef>
                <a:spcPts val="0"/>
              </a:spcBef>
              <a:spcAft>
                <a:spcPts val="0"/>
              </a:spcAft>
              <a:buClr>
                <a:schemeClr val="lt1"/>
              </a:buClr>
              <a:buSzPts val="10700"/>
              <a:buNone/>
              <a:defRPr sz="10700">
                <a:solidFill>
                  <a:schemeClr val="lt1"/>
                </a:solidFill>
              </a:defRPr>
            </a:lvl6pPr>
            <a:lvl7pPr lvl="6">
              <a:spcBef>
                <a:spcPts val="0"/>
              </a:spcBef>
              <a:spcAft>
                <a:spcPts val="0"/>
              </a:spcAft>
              <a:buClr>
                <a:schemeClr val="lt1"/>
              </a:buClr>
              <a:buSzPts val="10700"/>
              <a:buNone/>
              <a:defRPr sz="10700">
                <a:solidFill>
                  <a:schemeClr val="lt1"/>
                </a:solidFill>
              </a:defRPr>
            </a:lvl7pPr>
            <a:lvl8pPr lvl="7">
              <a:spcBef>
                <a:spcPts val="0"/>
              </a:spcBef>
              <a:spcAft>
                <a:spcPts val="0"/>
              </a:spcAft>
              <a:buClr>
                <a:schemeClr val="lt1"/>
              </a:buClr>
              <a:buSzPts val="10700"/>
              <a:buNone/>
              <a:defRPr sz="10700">
                <a:solidFill>
                  <a:schemeClr val="lt1"/>
                </a:solidFill>
              </a:defRPr>
            </a:lvl8pPr>
            <a:lvl9pPr lvl="8">
              <a:spcBef>
                <a:spcPts val="0"/>
              </a:spcBef>
              <a:spcAft>
                <a:spcPts val="0"/>
              </a:spcAft>
              <a:buClr>
                <a:schemeClr val="lt1"/>
              </a:buClr>
              <a:buSzPts val="10700"/>
              <a:buNone/>
              <a:defRPr sz="10700">
                <a:solidFill>
                  <a:schemeClr val="lt1"/>
                </a:solidFill>
              </a:defRPr>
            </a:lvl9pPr>
          </a:lstStyle>
          <a:p>
            <a:r>
              <a:t>xx%</a:t>
            </a:r>
          </a:p>
        </p:txBody>
      </p:sp>
      <p:sp>
        <p:nvSpPr>
          <p:cNvPr id="78" name="Google Shape;78;p11"/>
          <p:cNvSpPr txBox="1"/>
          <p:nvPr>
            <p:ph idx="1" type="body"/>
          </p:nvPr>
        </p:nvSpPr>
        <p:spPr>
          <a:xfrm>
            <a:off x="972600" y="3030517"/>
            <a:ext cx="10251300" cy="2107200"/>
          </a:xfrm>
          <a:prstGeom prst="rect">
            <a:avLst/>
          </a:prstGeom>
        </p:spPr>
        <p:txBody>
          <a:bodyPr anchorCtr="0" anchor="t" bIns="121900" lIns="121900" spcFirstLastPara="1" rIns="121900" wrap="square" tIns="121900"/>
          <a:lstStyle>
            <a:lvl1pPr indent="-336550" lvl="0" marL="457200">
              <a:spcBef>
                <a:spcPts val="0"/>
              </a:spcBef>
              <a:spcAft>
                <a:spcPts val="0"/>
              </a:spcAft>
              <a:buClr>
                <a:schemeClr val="lt1"/>
              </a:buClr>
              <a:buSzPts val="1700"/>
              <a:buChar char="●"/>
              <a:defRPr>
                <a:solidFill>
                  <a:schemeClr val="lt1"/>
                </a:solidFill>
              </a:defRPr>
            </a:lvl1pPr>
            <a:lvl2pPr indent="-323850" lvl="1" marL="914400">
              <a:spcBef>
                <a:spcPts val="2100"/>
              </a:spcBef>
              <a:spcAft>
                <a:spcPts val="0"/>
              </a:spcAft>
              <a:buClr>
                <a:schemeClr val="lt1"/>
              </a:buClr>
              <a:buSzPts val="1500"/>
              <a:buChar char="○"/>
              <a:defRPr>
                <a:solidFill>
                  <a:schemeClr val="lt1"/>
                </a:solidFill>
              </a:defRPr>
            </a:lvl2pPr>
            <a:lvl3pPr indent="-323850" lvl="2" marL="1371600">
              <a:spcBef>
                <a:spcPts val="2100"/>
              </a:spcBef>
              <a:spcAft>
                <a:spcPts val="0"/>
              </a:spcAft>
              <a:buClr>
                <a:schemeClr val="lt1"/>
              </a:buClr>
              <a:buSzPts val="1500"/>
              <a:buChar char="■"/>
              <a:defRPr>
                <a:solidFill>
                  <a:schemeClr val="lt1"/>
                </a:solidFill>
              </a:defRPr>
            </a:lvl3pPr>
            <a:lvl4pPr indent="-323850" lvl="3" marL="1828800">
              <a:spcBef>
                <a:spcPts val="2100"/>
              </a:spcBef>
              <a:spcAft>
                <a:spcPts val="0"/>
              </a:spcAft>
              <a:buClr>
                <a:schemeClr val="lt1"/>
              </a:buClr>
              <a:buSzPts val="1500"/>
              <a:buChar char="●"/>
              <a:defRPr>
                <a:solidFill>
                  <a:schemeClr val="lt1"/>
                </a:solidFill>
              </a:defRPr>
            </a:lvl4pPr>
            <a:lvl5pPr indent="-323850" lvl="4" marL="2286000">
              <a:spcBef>
                <a:spcPts val="2100"/>
              </a:spcBef>
              <a:spcAft>
                <a:spcPts val="0"/>
              </a:spcAft>
              <a:buClr>
                <a:schemeClr val="lt1"/>
              </a:buClr>
              <a:buSzPts val="1500"/>
              <a:buChar char="○"/>
              <a:defRPr>
                <a:solidFill>
                  <a:schemeClr val="lt1"/>
                </a:solidFill>
              </a:defRPr>
            </a:lvl5pPr>
            <a:lvl6pPr indent="-323850" lvl="5" marL="2743200">
              <a:spcBef>
                <a:spcPts val="2100"/>
              </a:spcBef>
              <a:spcAft>
                <a:spcPts val="0"/>
              </a:spcAft>
              <a:buClr>
                <a:schemeClr val="lt1"/>
              </a:buClr>
              <a:buSzPts val="1500"/>
              <a:buChar char="■"/>
              <a:defRPr>
                <a:solidFill>
                  <a:schemeClr val="lt1"/>
                </a:solidFill>
              </a:defRPr>
            </a:lvl6pPr>
            <a:lvl7pPr indent="-323850" lvl="6" marL="3200400">
              <a:spcBef>
                <a:spcPts val="2100"/>
              </a:spcBef>
              <a:spcAft>
                <a:spcPts val="0"/>
              </a:spcAft>
              <a:buClr>
                <a:schemeClr val="lt1"/>
              </a:buClr>
              <a:buSzPts val="1500"/>
              <a:buChar char="●"/>
              <a:defRPr>
                <a:solidFill>
                  <a:schemeClr val="lt1"/>
                </a:solidFill>
              </a:defRPr>
            </a:lvl7pPr>
            <a:lvl8pPr indent="-323850" lvl="7" marL="3657600">
              <a:spcBef>
                <a:spcPts val="2100"/>
              </a:spcBef>
              <a:spcAft>
                <a:spcPts val="0"/>
              </a:spcAft>
              <a:buClr>
                <a:schemeClr val="lt1"/>
              </a:buClr>
              <a:buSzPts val="1500"/>
              <a:buChar char="○"/>
              <a:defRPr>
                <a:solidFill>
                  <a:schemeClr val="lt1"/>
                </a:solidFill>
              </a:defRPr>
            </a:lvl8pPr>
            <a:lvl9pPr indent="-323850" lvl="8" marL="4114800">
              <a:spcBef>
                <a:spcPts val="2100"/>
              </a:spcBef>
              <a:spcAft>
                <a:spcPts val="2100"/>
              </a:spcAft>
              <a:buClr>
                <a:schemeClr val="lt1"/>
              </a:buClr>
              <a:buSzPts val="1500"/>
              <a:buChar char="■"/>
              <a:defRPr>
                <a:solidFill>
                  <a:schemeClr val="lt1"/>
                </a:solidFill>
              </a:defRPr>
            </a:lvl9pPr>
          </a:lstStyle>
          <a:p/>
        </p:txBody>
      </p:sp>
      <p:sp>
        <p:nvSpPr>
          <p:cNvPr id="79" name="Google Shape;79;p11"/>
          <p:cNvSpPr txBox="1"/>
          <p:nvPr>
            <p:ph idx="12" type="sldNum"/>
          </p:nvPr>
        </p:nvSpPr>
        <p:spPr>
          <a:xfrm>
            <a:off x="11381736" y="6333134"/>
            <a:ext cx="731700" cy="524700"/>
          </a:xfrm>
          <a:prstGeom prst="rect">
            <a:avLst/>
          </a:prstGeom>
        </p:spPr>
        <p:txBody>
          <a:bodyPr anchorCtr="0" anchor="ctr" bIns="121900" lIns="121900" spcFirstLastPara="1" rIns="121900" wrap="square" tIns="12190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11381736" y="633313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82" name="Shape 82"/>
        <p:cNvGrpSpPr/>
        <p:nvPr/>
      </p:nvGrpSpPr>
      <p:grpSpPr>
        <a:xfrm>
          <a:off x="0" y="0"/>
          <a:ext cx="0" cy="0"/>
          <a:chOff x="0" y="0"/>
          <a:chExt cx="0" cy="0"/>
        </a:xfrm>
      </p:grpSpPr>
      <p:sp>
        <p:nvSpPr>
          <p:cNvPr id="83" name="Google Shape;83;p13"/>
          <p:cNvSpPr txBox="1"/>
          <p:nvPr>
            <p:ph type="title"/>
          </p:nvPr>
        </p:nvSpPr>
        <p:spPr>
          <a:xfrm>
            <a:off x="1371600" y="685800"/>
            <a:ext cx="9601200" cy="1485900"/>
          </a:xfrm>
          <a:prstGeom prst="rect">
            <a:avLst/>
          </a:prstGeom>
          <a:noFill/>
          <a:ln>
            <a:noFill/>
          </a:ln>
        </p:spPr>
        <p:txBody>
          <a:bodyPr anchorCtr="0" anchor="t" bIns="121900" lIns="121900" spcFirstLastPara="1" rIns="121900" wrap="square" tIns="121900"/>
          <a:lstStyle>
            <a:lvl1pPr lvl="0" marR="0" rtl="0" algn="l">
              <a:lnSpc>
                <a:spcPct val="89000"/>
              </a:lnSpc>
              <a:spcBef>
                <a:spcPts val="0"/>
              </a:spcBef>
              <a:spcAft>
                <a:spcPts val="0"/>
              </a:spcAft>
              <a:buClr>
                <a:schemeClr val="dk2"/>
              </a:buClr>
              <a:buSzPts val="4400"/>
              <a:buFont typeface="Source Sans Pro"/>
              <a:buNone/>
              <a:defRPr b="0" i="0" sz="4400" u="none" cap="none" strike="noStrike">
                <a:solidFill>
                  <a:schemeClr val="dk2"/>
                </a:solidFill>
                <a:latin typeface="Source Sans Pro"/>
                <a:ea typeface="Source Sans Pro"/>
                <a:cs typeface="Source Sans Pro"/>
                <a:sym typeface="Source Sans Pro"/>
              </a:defRPr>
            </a:lvl1pPr>
            <a:lvl2pPr lvl="1" rtl="0">
              <a:spcBef>
                <a:spcPts val="0"/>
              </a:spcBef>
              <a:spcAft>
                <a:spcPts val="0"/>
              </a:spcAft>
              <a:buSzPts val="3700"/>
              <a:buNone/>
              <a:defRPr sz="1800"/>
            </a:lvl2pPr>
            <a:lvl3pPr lvl="2" rtl="0">
              <a:spcBef>
                <a:spcPts val="0"/>
              </a:spcBef>
              <a:spcAft>
                <a:spcPts val="0"/>
              </a:spcAft>
              <a:buSzPts val="3700"/>
              <a:buNone/>
              <a:defRPr sz="1800"/>
            </a:lvl3pPr>
            <a:lvl4pPr lvl="3" rtl="0">
              <a:spcBef>
                <a:spcPts val="0"/>
              </a:spcBef>
              <a:spcAft>
                <a:spcPts val="0"/>
              </a:spcAft>
              <a:buSzPts val="3700"/>
              <a:buNone/>
              <a:defRPr sz="1800"/>
            </a:lvl4pPr>
            <a:lvl5pPr lvl="4" rtl="0">
              <a:spcBef>
                <a:spcPts val="0"/>
              </a:spcBef>
              <a:spcAft>
                <a:spcPts val="0"/>
              </a:spcAft>
              <a:buSzPts val="3700"/>
              <a:buNone/>
              <a:defRPr sz="1800"/>
            </a:lvl5pPr>
            <a:lvl6pPr lvl="5" rtl="0">
              <a:spcBef>
                <a:spcPts val="0"/>
              </a:spcBef>
              <a:spcAft>
                <a:spcPts val="0"/>
              </a:spcAft>
              <a:buSzPts val="3700"/>
              <a:buNone/>
              <a:defRPr sz="1800"/>
            </a:lvl6pPr>
            <a:lvl7pPr lvl="6" rtl="0">
              <a:spcBef>
                <a:spcPts val="0"/>
              </a:spcBef>
              <a:spcAft>
                <a:spcPts val="0"/>
              </a:spcAft>
              <a:buSzPts val="3700"/>
              <a:buNone/>
              <a:defRPr sz="1800"/>
            </a:lvl7pPr>
            <a:lvl8pPr lvl="7" rtl="0">
              <a:spcBef>
                <a:spcPts val="0"/>
              </a:spcBef>
              <a:spcAft>
                <a:spcPts val="0"/>
              </a:spcAft>
              <a:buSzPts val="3700"/>
              <a:buNone/>
              <a:defRPr sz="1800"/>
            </a:lvl8pPr>
            <a:lvl9pPr lvl="8" rtl="0">
              <a:spcBef>
                <a:spcPts val="0"/>
              </a:spcBef>
              <a:spcAft>
                <a:spcPts val="0"/>
              </a:spcAft>
              <a:buSzPts val="3700"/>
              <a:buNone/>
              <a:defRPr sz="1800"/>
            </a:lvl9pPr>
          </a:lstStyle>
          <a:p/>
        </p:txBody>
      </p:sp>
      <p:sp>
        <p:nvSpPr>
          <p:cNvPr id="84" name="Google Shape;84;p13"/>
          <p:cNvSpPr txBox="1"/>
          <p:nvPr>
            <p:ph idx="1" type="body"/>
          </p:nvPr>
        </p:nvSpPr>
        <p:spPr>
          <a:xfrm>
            <a:off x="1371600" y="2286000"/>
            <a:ext cx="9601200" cy="3581400"/>
          </a:xfrm>
          <a:prstGeom prst="rect">
            <a:avLst/>
          </a:prstGeom>
          <a:noFill/>
          <a:ln>
            <a:noFill/>
          </a:ln>
        </p:spPr>
        <p:txBody>
          <a:bodyPr anchorCtr="0" anchor="t" bIns="121900" lIns="121900" spcFirstLastPara="1" rIns="121900" wrap="square" tIns="121900"/>
          <a:lstStyle>
            <a:lvl1pPr indent="-355600" lvl="0" marL="457200" marR="0" rtl="0" algn="l">
              <a:lnSpc>
                <a:spcPct val="94000"/>
              </a:lnSpc>
              <a:spcBef>
                <a:spcPts val="1000"/>
              </a:spcBef>
              <a:spcAft>
                <a:spcPts val="0"/>
              </a:spcAft>
              <a:buClr>
                <a:schemeClr val="dk2"/>
              </a:buClr>
              <a:buSzPts val="2000"/>
              <a:buFont typeface="Source Sans Pro"/>
              <a:buChar char="■"/>
              <a:defRPr b="0" i="0" sz="2000" u="none" cap="none" strike="noStrike">
                <a:solidFill>
                  <a:schemeClr val="dk2"/>
                </a:solidFill>
                <a:latin typeface="Source Sans Pro"/>
                <a:ea typeface="Source Sans Pro"/>
                <a:cs typeface="Source Sans Pro"/>
                <a:sym typeface="Source Sans Pro"/>
              </a:defRPr>
            </a:lvl1pPr>
            <a:lvl2pPr indent="-355600" lvl="1" marL="914400" marR="0" rtl="0" algn="l">
              <a:lnSpc>
                <a:spcPct val="94000"/>
              </a:lnSpc>
              <a:spcBef>
                <a:spcPts val="500"/>
              </a:spcBef>
              <a:spcAft>
                <a:spcPts val="0"/>
              </a:spcAft>
              <a:buClr>
                <a:schemeClr val="dk2"/>
              </a:buClr>
              <a:buSzPts val="2000"/>
              <a:buFont typeface="Source Sans Pro"/>
              <a:buChar char="–"/>
              <a:defRPr b="0" i="1" sz="2000" u="none" cap="none" strike="noStrike">
                <a:solidFill>
                  <a:schemeClr val="dk2"/>
                </a:solidFill>
                <a:latin typeface="Source Sans Pro"/>
                <a:ea typeface="Source Sans Pro"/>
                <a:cs typeface="Source Sans Pro"/>
                <a:sym typeface="Source Sans Pro"/>
              </a:defRPr>
            </a:lvl2pPr>
            <a:lvl3pPr indent="-342900" lvl="2" marL="1371600" marR="0" rtl="0" algn="l">
              <a:lnSpc>
                <a:spcPct val="94000"/>
              </a:lnSpc>
              <a:spcBef>
                <a:spcPts val="500"/>
              </a:spcBef>
              <a:spcAft>
                <a:spcPts val="0"/>
              </a:spcAft>
              <a:buClr>
                <a:schemeClr val="dk2"/>
              </a:buClr>
              <a:buSzPts val="1800"/>
              <a:buFont typeface="Source Sans Pro"/>
              <a:buChar char="■"/>
              <a:defRPr b="0" i="0" sz="1800" u="none" cap="none" strike="noStrike">
                <a:solidFill>
                  <a:schemeClr val="dk2"/>
                </a:solidFill>
                <a:latin typeface="Source Sans Pro"/>
                <a:ea typeface="Source Sans Pro"/>
                <a:cs typeface="Source Sans Pro"/>
                <a:sym typeface="Source Sans Pro"/>
              </a:defRPr>
            </a:lvl3pPr>
            <a:lvl4pPr indent="-342900" lvl="3" marL="1828800" marR="0" rtl="0" algn="l">
              <a:lnSpc>
                <a:spcPct val="94000"/>
              </a:lnSpc>
              <a:spcBef>
                <a:spcPts val="500"/>
              </a:spcBef>
              <a:spcAft>
                <a:spcPts val="0"/>
              </a:spcAft>
              <a:buClr>
                <a:schemeClr val="dk2"/>
              </a:buClr>
              <a:buSzPts val="1800"/>
              <a:buFont typeface="Source Sans Pro"/>
              <a:buChar char="–"/>
              <a:defRPr b="0" i="1" sz="1800" u="none" cap="none" strike="noStrike">
                <a:solidFill>
                  <a:schemeClr val="dk2"/>
                </a:solidFill>
                <a:latin typeface="Source Sans Pro"/>
                <a:ea typeface="Source Sans Pro"/>
                <a:cs typeface="Source Sans Pro"/>
                <a:sym typeface="Source Sans Pro"/>
              </a:defRPr>
            </a:lvl4pPr>
            <a:lvl5pPr indent="-330200" lvl="4" marL="2286000" marR="0" rtl="0" algn="l">
              <a:lnSpc>
                <a:spcPct val="94000"/>
              </a:lnSpc>
              <a:spcBef>
                <a:spcPts val="500"/>
              </a:spcBef>
              <a:spcAft>
                <a:spcPts val="0"/>
              </a:spcAft>
              <a:buClr>
                <a:schemeClr val="dk2"/>
              </a:buClr>
              <a:buSzPts val="1600"/>
              <a:buFont typeface="Source Sans Pro"/>
              <a:buChar char="■"/>
              <a:defRPr b="0" i="0" sz="1600" u="none" cap="none" strike="noStrike">
                <a:solidFill>
                  <a:schemeClr val="dk2"/>
                </a:solidFill>
                <a:latin typeface="Source Sans Pro"/>
                <a:ea typeface="Source Sans Pro"/>
                <a:cs typeface="Source Sans Pro"/>
                <a:sym typeface="Source Sans Pro"/>
              </a:defRPr>
            </a:lvl5pPr>
            <a:lvl6pPr indent="-330200" lvl="5" marL="2743200" marR="0" rtl="0" algn="l">
              <a:lnSpc>
                <a:spcPct val="94000"/>
              </a:lnSpc>
              <a:spcBef>
                <a:spcPts val="500"/>
              </a:spcBef>
              <a:spcAft>
                <a:spcPts val="0"/>
              </a:spcAft>
              <a:buClr>
                <a:schemeClr val="dk2"/>
              </a:buClr>
              <a:buSzPts val="1600"/>
              <a:buFont typeface="Source Sans Pro"/>
              <a:buChar char="–"/>
              <a:defRPr b="0" i="1" sz="1600" u="none" cap="none" strike="noStrike">
                <a:solidFill>
                  <a:schemeClr val="dk2"/>
                </a:solidFill>
                <a:latin typeface="Source Sans Pro"/>
                <a:ea typeface="Source Sans Pro"/>
                <a:cs typeface="Source Sans Pro"/>
                <a:sym typeface="Source Sans Pro"/>
              </a:defRPr>
            </a:lvl6pPr>
            <a:lvl7pPr indent="-317500" lvl="6" marL="3200400" marR="0" rtl="0" algn="l">
              <a:lnSpc>
                <a:spcPct val="94000"/>
              </a:lnSpc>
              <a:spcBef>
                <a:spcPts val="500"/>
              </a:spcBef>
              <a:spcAft>
                <a:spcPts val="0"/>
              </a:spcAft>
              <a:buClr>
                <a:schemeClr val="dk2"/>
              </a:buClr>
              <a:buSzPts val="1400"/>
              <a:buFont typeface="Source Sans Pro"/>
              <a:buChar char="■"/>
              <a:defRPr b="0" i="0" sz="1400" u="none" cap="none" strike="noStrike">
                <a:solidFill>
                  <a:schemeClr val="dk2"/>
                </a:solidFill>
                <a:latin typeface="Source Sans Pro"/>
                <a:ea typeface="Source Sans Pro"/>
                <a:cs typeface="Source Sans Pro"/>
                <a:sym typeface="Source Sans Pro"/>
              </a:defRPr>
            </a:lvl7pPr>
            <a:lvl8pPr indent="-317500" lvl="7" marL="3657600" marR="0" rtl="0" algn="l">
              <a:lnSpc>
                <a:spcPct val="94000"/>
              </a:lnSpc>
              <a:spcBef>
                <a:spcPts val="500"/>
              </a:spcBef>
              <a:spcAft>
                <a:spcPts val="0"/>
              </a:spcAft>
              <a:buClr>
                <a:schemeClr val="dk2"/>
              </a:buClr>
              <a:buSzPts val="1400"/>
              <a:buFont typeface="Source Sans Pro"/>
              <a:buChar char="–"/>
              <a:defRPr b="0" i="1" sz="1400" u="none" cap="none" strike="noStrike">
                <a:solidFill>
                  <a:schemeClr val="dk2"/>
                </a:solidFill>
                <a:latin typeface="Source Sans Pro"/>
                <a:ea typeface="Source Sans Pro"/>
                <a:cs typeface="Source Sans Pro"/>
                <a:sym typeface="Source Sans Pro"/>
              </a:defRPr>
            </a:lvl8pPr>
            <a:lvl9pPr indent="-317500" lvl="8" marL="4114800" marR="0" rtl="0" algn="l">
              <a:lnSpc>
                <a:spcPct val="94000"/>
              </a:lnSpc>
              <a:spcBef>
                <a:spcPts val="500"/>
              </a:spcBef>
              <a:spcAft>
                <a:spcPts val="200"/>
              </a:spcAft>
              <a:buClr>
                <a:schemeClr val="dk2"/>
              </a:buClr>
              <a:buSzPts val="1400"/>
              <a:buFont typeface="Source Sans Pro"/>
              <a:buChar char="■"/>
              <a:defRPr b="0" i="0" sz="1400" u="none" cap="none" strike="noStrike">
                <a:solidFill>
                  <a:schemeClr val="dk2"/>
                </a:solidFill>
                <a:latin typeface="Source Sans Pro"/>
                <a:ea typeface="Source Sans Pro"/>
                <a:cs typeface="Source Sans Pro"/>
                <a:sym typeface="Source Sans Pro"/>
              </a:defRPr>
            </a:lvl9pPr>
          </a:lstStyle>
          <a:p/>
        </p:txBody>
      </p:sp>
      <p:sp>
        <p:nvSpPr>
          <p:cNvPr id="85" name="Google Shape;85;p13"/>
          <p:cNvSpPr txBox="1"/>
          <p:nvPr>
            <p:ph idx="10" type="dt"/>
          </p:nvPr>
        </p:nvSpPr>
        <p:spPr>
          <a:xfrm>
            <a:off x="1390650" y="6453386"/>
            <a:ext cx="1204500" cy="404700"/>
          </a:xfrm>
          <a:prstGeom prst="rect">
            <a:avLst/>
          </a:prstGeom>
          <a:noFill/>
          <a:ln>
            <a:noFill/>
          </a:ln>
        </p:spPr>
        <p:txBody>
          <a:bodyPr anchorCtr="0" anchor="ctr" bIns="91425" lIns="91425" spcFirstLastPara="1" rIns="91425" wrap="square" tIns="91425"/>
          <a:lstStyle>
            <a:lvl1pPr lvl="0" marR="0" rtl="0" algn="l">
              <a:spcBef>
                <a:spcPts val="0"/>
              </a:spcBef>
              <a:spcAft>
                <a:spcPts val="0"/>
              </a:spcAft>
              <a:buSzPts val="1400"/>
              <a:buNone/>
              <a:defRPr sz="1200">
                <a:solidFill>
                  <a:schemeClr val="dk2"/>
                </a:solidFill>
                <a:latin typeface="Source Sans Pro"/>
                <a:ea typeface="Source Sans Pro"/>
                <a:cs typeface="Source Sans Pro"/>
                <a:sym typeface="Source Sans Pro"/>
              </a:defRPr>
            </a:lvl1pPr>
            <a:lvl2pPr lvl="1" marR="0" rtl="0" algn="l">
              <a:spcBef>
                <a:spcPts val="0"/>
              </a:spcBef>
              <a:spcAft>
                <a:spcPts val="0"/>
              </a:spcAft>
              <a:buSzPts val="1400"/>
              <a:buNone/>
              <a:defRPr b="0" i="0" sz="1800" u="none" cap="none" strike="noStrike">
                <a:solidFill>
                  <a:schemeClr val="dk1"/>
                </a:solidFill>
                <a:latin typeface="Source Sans Pro"/>
                <a:ea typeface="Source Sans Pro"/>
                <a:cs typeface="Source Sans Pro"/>
                <a:sym typeface="Source Sans Pro"/>
              </a:defRPr>
            </a:lvl2pPr>
            <a:lvl3pPr lvl="2" marR="0" rtl="0" algn="l">
              <a:spcBef>
                <a:spcPts val="0"/>
              </a:spcBef>
              <a:spcAft>
                <a:spcPts val="0"/>
              </a:spcAft>
              <a:buSzPts val="1400"/>
              <a:buNone/>
              <a:defRPr b="0" i="0" sz="1800" u="none" cap="none" strike="noStrike">
                <a:solidFill>
                  <a:schemeClr val="dk1"/>
                </a:solidFill>
                <a:latin typeface="Source Sans Pro"/>
                <a:ea typeface="Source Sans Pro"/>
                <a:cs typeface="Source Sans Pro"/>
                <a:sym typeface="Source Sans Pro"/>
              </a:defRPr>
            </a:lvl3pPr>
            <a:lvl4pPr lvl="3" marR="0" rtl="0" algn="l">
              <a:spcBef>
                <a:spcPts val="0"/>
              </a:spcBef>
              <a:spcAft>
                <a:spcPts val="0"/>
              </a:spcAft>
              <a:buSzPts val="1400"/>
              <a:buNone/>
              <a:defRPr b="0" i="0" sz="1800" u="none" cap="none" strike="noStrike">
                <a:solidFill>
                  <a:schemeClr val="dk1"/>
                </a:solidFill>
                <a:latin typeface="Source Sans Pro"/>
                <a:ea typeface="Source Sans Pro"/>
                <a:cs typeface="Source Sans Pro"/>
                <a:sym typeface="Source Sans Pro"/>
              </a:defRPr>
            </a:lvl4pPr>
            <a:lvl5pPr lvl="4" marR="0" rtl="0" algn="l">
              <a:spcBef>
                <a:spcPts val="0"/>
              </a:spcBef>
              <a:spcAft>
                <a:spcPts val="0"/>
              </a:spcAft>
              <a:buSzPts val="1400"/>
              <a:buNone/>
              <a:defRPr b="0" i="0" sz="1800" u="none" cap="none" strike="noStrike">
                <a:solidFill>
                  <a:schemeClr val="dk1"/>
                </a:solidFill>
                <a:latin typeface="Source Sans Pro"/>
                <a:ea typeface="Source Sans Pro"/>
                <a:cs typeface="Source Sans Pro"/>
                <a:sym typeface="Source Sans Pro"/>
              </a:defRPr>
            </a:lvl5pPr>
            <a:lvl6pPr lvl="5" marR="0" rtl="0" algn="l">
              <a:spcBef>
                <a:spcPts val="0"/>
              </a:spcBef>
              <a:spcAft>
                <a:spcPts val="0"/>
              </a:spcAft>
              <a:buSzPts val="1400"/>
              <a:buNone/>
              <a:defRPr b="0" i="0" sz="1800" u="none" cap="none" strike="noStrike">
                <a:solidFill>
                  <a:schemeClr val="dk1"/>
                </a:solidFill>
                <a:latin typeface="Source Sans Pro"/>
                <a:ea typeface="Source Sans Pro"/>
                <a:cs typeface="Source Sans Pro"/>
                <a:sym typeface="Source Sans Pro"/>
              </a:defRPr>
            </a:lvl6pPr>
            <a:lvl7pPr lvl="6" marR="0" rtl="0" algn="l">
              <a:spcBef>
                <a:spcPts val="0"/>
              </a:spcBef>
              <a:spcAft>
                <a:spcPts val="0"/>
              </a:spcAft>
              <a:buSzPts val="1400"/>
              <a:buNone/>
              <a:defRPr b="0" i="0" sz="1800" u="none" cap="none" strike="noStrike">
                <a:solidFill>
                  <a:schemeClr val="dk1"/>
                </a:solidFill>
                <a:latin typeface="Source Sans Pro"/>
                <a:ea typeface="Source Sans Pro"/>
                <a:cs typeface="Source Sans Pro"/>
                <a:sym typeface="Source Sans Pro"/>
              </a:defRPr>
            </a:lvl7pPr>
            <a:lvl8pPr lvl="7" marR="0" rtl="0" algn="l">
              <a:spcBef>
                <a:spcPts val="0"/>
              </a:spcBef>
              <a:spcAft>
                <a:spcPts val="0"/>
              </a:spcAft>
              <a:buSzPts val="1400"/>
              <a:buNone/>
              <a:defRPr b="0" i="0" sz="1800" u="none" cap="none" strike="noStrike">
                <a:solidFill>
                  <a:schemeClr val="dk1"/>
                </a:solidFill>
                <a:latin typeface="Source Sans Pro"/>
                <a:ea typeface="Source Sans Pro"/>
                <a:cs typeface="Source Sans Pro"/>
                <a:sym typeface="Source Sans Pro"/>
              </a:defRPr>
            </a:lvl8pPr>
            <a:lvl9pPr lvl="8" marR="0" rtl="0" algn="l">
              <a:spcBef>
                <a:spcPts val="0"/>
              </a:spcBef>
              <a:spcAft>
                <a:spcPts val="0"/>
              </a:spcAft>
              <a:buSzPts val="1400"/>
              <a:buNone/>
              <a:defRPr b="0" i="0" sz="1800" u="none" cap="none" strike="noStrike">
                <a:solidFill>
                  <a:schemeClr val="dk1"/>
                </a:solidFill>
                <a:latin typeface="Source Sans Pro"/>
                <a:ea typeface="Source Sans Pro"/>
                <a:cs typeface="Source Sans Pro"/>
                <a:sym typeface="Source Sans Pro"/>
              </a:defRPr>
            </a:lvl9pPr>
          </a:lstStyle>
          <a:p/>
        </p:txBody>
      </p:sp>
      <p:sp>
        <p:nvSpPr>
          <p:cNvPr id="86" name="Google Shape;86;p13"/>
          <p:cNvSpPr txBox="1"/>
          <p:nvPr>
            <p:ph idx="11" type="ftr"/>
          </p:nvPr>
        </p:nvSpPr>
        <p:spPr>
          <a:xfrm>
            <a:off x="2893564" y="6453386"/>
            <a:ext cx="6280800" cy="404700"/>
          </a:xfrm>
          <a:prstGeom prst="rect">
            <a:avLst/>
          </a:prstGeom>
          <a:noFill/>
          <a:ln>
            <a:noFill/>
          </a:ln>
        </p:spPr>
        <p:txBody>
          <a:bodyPr anchorCtr="0" anchor="ctr" bIns="91425" lIns="91425" spcFirstLastPara="1" rIns="91425" wrap="square" tIns="91425"/>
          <a:lstStyle>
            <a:lvl1pPr lvl="0" marR="0" rtl="0" algn="l">
              <a:spcBef>
                <a:spcPts val="0"/>
              </a:spcBef>
              <a:spcAft>
                <a:spcPts val="0"/>
              </a:spcAft>
              <a:buSzPts val="1400"/>
              <a:buNone/>
              <a:defRPr sz="1200">
                <a:solidFill>
                  <a:schemeClr val="dk2"/>
                </a:solidFill>
                <a:latin typeface="Source Sans Pro"/>
                <a:ea typeface="Source Sans Pro"/>
                <a:cs typeface="Source Sans Pro"/>
                <a:sym typeface="Source Sans Pro"/>
              </a:defRPr>
            </a:lvl1pPr>
            <a:lvl2pPr lvl="1" marR="0" rtl="0" algn="l">
              <a:spcBef>
                <a:spcPts val="0"/>
              </a:spcBef>
              <a:spcAft>
                <a:spcPts val="0"/>
              </a:spcAft>
              <a:buSzPts val="1400"/>
              <a:buNone/>
              <a:defRPr b="0" i="0" sz="1800" u="none" cap="none" strike="noStrike">
                <a:solidFill>
                  <a:schemeClr val="dk1"/>
                </a:solidFill>
                <a:latin typeface="Source Sans Pro"/>
                <a:ea typeface="Source Sans Pro"/>
                <a:cs typeface="Source Sans Pro"/>
                <a:sym typeface="Source Sans Pro"/>
              </a:defRPr>
            </a:lvl2pPr>
            <a:lvl3pPr lvl="2" marR="0" rtl="0" algn="l">
              <a:spcBef>
                <a:spcPts val="0"/>
              </a:spcBef>
              <a:spcAft>
                <a:spcPts val="0"/>
              </a:spcAft>
              <a:buSzPts val="1400"/>
              <a:buNone/>
              <a:defRPr b="0" i="0" sz="1800" u="none" cap="none" strike="noStrike">
                <a:solidFill>
                  <a:schemeClr val="dk1"/>
                </a:solidFill>
                <a:latin typeface="Source Sans Pro"/>
                <a:ea typeface="Source Sans Pro"/>
                <a:cs typeface="Source Sans Pro"/>
                <a:sym typeface="Source Sans Pro"/>
              </a:defRPr>
            </a:lvl3pPr>
            <a:lvl4pPr lvl="3" marR="0" rtl="0" algn="l">
              <a:spcBef>
                <a:spcPts val="0"/>
              </a:spcBef>
              <a:spcAft>
                <a:spcPts val="0"/>
              </a:spcAft>
              <a:buSzPts val="1400"/>
              <a:buNone/>
              <a:defRPr b="0" i="0" sz="1800" u="none" cap="none" strike="noStrike">
                <a:solidFill>
                  <a:schemeClr val="dk1"/>
                </a:solidFill>
                <a:latin typeface="Source Sans Pro"/>
                <a:ea typeface="Source Sans Pro"/>
                <a:cs typeface="Source Sans Pro"/>
                <a:sym typeface="Source Sans Pro"/>
              </a:defRPr>
            </a:lvl4pPr>
            <a:lvl5pPr lvl="4" marR="0" rtl="0" algn="l">
              <a:spcBef>
                <a:spcPts val="0"/>
              </a:spcBef>
              <a:spcAft>
                <a:spcPts val="0"/>
              </a:spcAft>
              <a:buSzPts val="1400"/>
              <a:buNone/>
              <a:defRPr b="0" i="0" sz="1800" u="none" cap="none" strike="noStrike">
                <a:solidFill>
                  <a:schemeClr val="dk1"/>
                </a:solidFill>
                <a:latin typeface="Source Sans Pro"/>
                <a:ea typeface="Source Sans Pro"/>
                <a:cs typeface="Source Sans Pro"/>
                <a:sym typeface="Source Sans Pro"/>
              </a:defRPr>
            </a:lvl5pPr>
            <a:lvl6pPr lvl="5" marR="0" rtl="0" algn="l">
              <a:spcBef>
                <a:spcPts val="0"/>
              </a:spcBef>
              <a:spcAft>
                <a:spcPts val="0"/>
              </a:spcAft>
              <a:buSzPts val="1400"/>
              <a:buNone/>
              <a:defRPr b="0" i="0" sz="1800" u="none" cap="none" strike="noStrike">
                <a:solidFill>
                  <a:schemeClr val="dk1"/>
                </a:solidFill>
                <a:latin typeface="Source Sans Pro"/>
                <a:ea typeface="Source Sans Pro"/>
                <a:cs typeface="Source Sans Pro"/>
                <a:sym typeface="Source Sans Pro"/>
              </a:defRPr>
            </a:lvl6pPr>
            <a:lvl7pPr lvl="6" marR="0" rtl="0" algn="l">
              <a:spcBef>
                <a:spcPts val="0"/>
              </a:spcBef>
              <a:spcAft>
                <a:spcPts val="0"/>
              </a:spcAft>
              <a:buSzPts val="1400"/>
              <a:buNone/>
              <a:defRPr b="0" i="0" sz="1800" u="none" cap="none" strike="noStrike">
                <a:solidFill>
                  <a:schemeClr val="dk1"/>
                </a:solidFill>
                <a:latin typeface="Source Sans Pro"/>
                <a:ea typeface="Source Sans Pro"/>
                <a:cs typeface="Source Sans Pro"/>
                <a:sym typeface="Source Sans Pro"/>
              </a:defRPr>
            </a:lvl7pPr>
            <a:lvl8pPr lvl="7" marR="0" rtl="0" algn="l">
              <a:spcBef>
                <a:spcPts val="0"/>
              </a:spcBef>
              <a:spcAft>
                <a:spcPts val="0"/>
              </a:spcAft>
              <a:buSzPts val="1400"/>
              <a:buNone/>
              <a:defRPr b="0" i="0" sz="1800" u="none" cap="none" strike="noStrike">
                <a:solidFill>
                  <a:schemeClr val="dk1"/>
                </a:solidFill>
                <a:latin typeface="Source Sans Pro"/>
                <a:ea typeface="Source Sans Pro"/>
                <a:cs typeface="Source Sans Pro"/>
                <a:sym typeface="Source Sans Pro"/>
              </a:defRPr>
            </a:lvl8pPr>
            <a:lvl9pPr lvl="8" marR="0" rtl="0" algn="l">
              <a:spcBef>
                <a:spcPts val="0"/>
              </a:spcBef>
              <a:spcAft>
                <a:spcPts val="0"/>
              </a:spcAft>
              <a:buSzPts val="1400"/>
              <a:buNone/>
              <a:defRPr b="0" i="0" sz="1800" u="none" cap="none" strike="noStrike">
                <a:solidFill>
                  <a:schemeClr val="dk1"/>
                </a:solidFill>
                <a:latin typeface="Source Sans Pro"/>
                <a:ea typeface="Source Sans Pro"/>
                <a:cs typeface="Source Sans Pro"/>
                <a:sym typeface="Source Sans Pro"/>
              </a:defRPr>
            </a:lvl9pPr>
          </a:lstStyle>
          <a:p/>
        </p:txBody>
      </p:sp>
      <p:sp>
        <p:nvSpPr>
          <p:cNvPr id="87" name="Google Shape;87;p13"/>
          <p:cNvSpPr txBox="1"/>
          <p:nvPr>
            <p:ph idx="12" type="sldNum"/>
          </p:nvPr>
        </p:nvSpPr>
        <p:spPr>
          <a:xfrm>
            <a:off x="9472736" y="6453386"/>
            <a:ext cx="1596300" cy="4047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chemeClr val="dk2"/>
                </a:solidFill>
                <a:latin typeface="Source Sans Pro"/>
                <a:ea typeface="Source Sans Pro"/>
                <a:cs typeface="Source Sans Pro"/>
                <a:sym typeface="Source Sans Pro"/>
              </a:defRPr>
            </a:lvl1pPr>
            <a:lvl2pPr indent="0" lvl="1" marL="0" marR="0" rtl="0" algn="r">
              <a:spcBef>
                <a:spcPts val="0"/>
              </a:spcBef>
              <a:buNone/>
              <a:defRPr sz="1200">
                <a:solidFill>
                  <a:schemeClr val="dk2"/>
                </a:solidFill>
                <a:latin typeface="Source Sans Pro"/>
                <a:ea typeface="Source Sans Pro"/>
                <a:cs typeface="Source Sans Pro"/>
                <a:sym typeface="Source Sans Pro"/>
              </a:defRPr>
            </a:lvl2pPr>
            <a:lvl3pPr indent="0" lvl="2" marL="0" marR="0" rtl="0" algn="r">
              <a:spcBef>
                <a:spcPts val="0"/>
              </a:spcBef>
              <a:buNone/>
              <a:defRPr sz="1200">
                <a:solidFill>
                  <a:schemeClr val="dk2"/>
                </a:solidFill>
                <a:latin typeface="Source Sans Pro"/>
                <a:ea typeface="Source Sans Pro"/>
                <a:cs typeface="Source Sans Pro"/>
                <a:sym typeface="Source Sans Pro"/>
              </a:defRPr>
            </a:lvl3pPr>
            <a:lvl4pPr indent="0" lvl="3" marL="0" marR="0" rtl="0" algn="r">
              <a:spcBef>
                <a:spcPts val="0"/>
              </a:spcBef>
              <a:buNone/>
              <a:defRPr sz="1200">
                <a:solidFill>
                  <a:schemeClr val="dk2"/>
                </a:solidFill>
                <a:latin typeface="Source Sans Pro"/>
                <a:ea typeface="Source Sans Pro"/>
                <a:cs typeface="Source Sans Pro"/>
                <a:sym typeface="Source Sans Pro"/>
              </a:defRPr>
            </a:lvl4pPr>
            <a:lvl5pPr indent="0" lvl="4" marL="0" marR="0" rtl="0" algn="r">
              <a:spcBef>
                <a:spcPts val="0"/>
              </a:spcBef>
              <a:buNone/>
              <a:defRPr sz="1200">
                <a:solidFill>
                  <a:schemeClr val="dk2"/>
                </a:solidFill>
                <a:latin typeface="Source Sans Pro"/>
                <a:ea typeface="Source Sans Pro"/>
                <a:cs typeface="Source Sans Pro"/>
                <a:sym typeface="Source Sans Pro"/>
              </a:defRPr>
            </a:lvl5pPr>
            <a:lvl6pPr indent="0" lvl="5" marL="0" marR="0" rtl="0" algn="r">
              <a:spcBef>
                <a:spcPts val="0"/>
              </a:spcBef>
              <a:buNone/>
              <a:defRPr sz="1200">
                <a:solidFill>
                  <a:schemeClr val="dk2"/>
                </a:solidFill>
                <a:latin typeface="Source Sans Pro"/>
                <a:ea typeface="Source Sans Pro"/>
                <a:cs typeface="Source Sans Pro"/>
                <a:sym typeface="Source Sans Pro"/>
              </a:defRPr>
            </a:lvl6pPr>
            <a:lvl7pPr indent="0" lvl="6" marL="0" marR="0" rtl="0" algn="r">
              <a:spcBef>
                <a:spcPts val="0"/>
              </a:spcBef>
              <a:buNone/>
              <a:defRPr sz="1200">
                <a:solidFill>
                  <a:schemeClr val="dk2"/>
                </a:solidFill>
                <a:latin typeface="Source Sans Pro"/>
                <a:ea typeface="Source Sans Pro"/>
                <a:cs typeface="Source Sans Pro"/>
                <a:sym typeface="Source Sans Pro"/>
              </a:defRPr>
            </a:lvl7pPr>
            <a:lvl8pPr indent="0" lvl="7" marL="0" marR="0" rtl="0" algn="r">
              <a:spcBef>
                <a:spcPts val="0"/>
              </a:spcBef>
              <a:buNone/>
              <a:defRPr sz="1200">
                <a:solidFill>
                  <a:schemeClr val="dk2"/>
                </a:solidFill>
                <a:latin typeface="Source Sans Pro"/>
                <a:ea typeface="Source Sans Pro"/>
                <a:cs typeface="Source Sans Pro"/>
                <a:sym typeface="Source Sans Pro"/>
              </a:defRPr>
            </a:lvl8pPr>
            <a:lvl9pPr indent="0" lvl="8" marL="0" marR="0" rtl="0" algn="r">
              <a:spcBef>
                <a:spcPts val="0"/>
              </a:spcBef>
              <a:buNone/>
              <a:defRPr sz="1200">
                <a:solidFill>
                  <a:schemeClr val="dk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ustom layout 1">
  <p:cSld name="AUTOLAYOUT_1">
    <p:bg>
      <p:bgPr>
        <a:solidFill>
          <a:srgbClr val="FFFFFF"/>
        </a:solidFill>
      </p:bgPr>
    </p:bg>
    <p:spTree>
      <p:nvGrpSpPr>
        <p:cNvPr id="88" name="Shape 88"/>
        <p:cNvGrpSpPr/>
        <p:nvPr/>
      </p:nvGrpSpPr>
      <p:grpSpPr>
        <a:xfrm>
          <a:off x="0" y="0"/>
          <a:ext cx="0" cy="0"/>
          <a:chOff x="0" y="0"/>
          <a:chExt cx="0" cy="0"/>
        </a:xfrm>
      </p:grpSpPr>
      <p:sp>
        <p:nvSpPr>
          <p:cNvPr id="89" name="Google Shape;89;p14"/>
          <p:cNvSpPr/>
          <p:nvPr/>
        </p:nvSpPr>
        <p:spPr>
          <a:xfrm>
            <a:off x="0" y="0"/>
            <a:ext cx="12192000" cy="68580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90" name="Google Shape;90;p14"/>
          <p:cNvCxnSpPr/>
          <p:nvPr/>
        </p:nvCxnSpPr>
        <p:spPr>
          <a:xfrm>
            <a:off x="4036630" y="0"/>
            <a:ext cx="0" cy="6844500"/>
          </a:xfrm>
          <a:prstGeom prst="straightConnector1">
            <a:avLst/>
          </a:prstGeom>
          <a:noFill/>
          <a:ln cap="flat" cmpd="sng" w="9525">
            <a:solidFill>
              <a:srgbClr val="F2F2F2"/>
            </a:solidFill>
            <a:prstDash val="solid"/>
            <a:miter lim="8000"/>
            <a:headEnd len="sm" w="sm" type="none"/>
            <a:tailEnd len="sm" w="sm" type="none"/>
          </a:ln>
          <a:effectLst>
            <a:outerShdw blurRad="50800" rotWithShape="0" algn="l" dist="38100">
              <a:srgbClr val="000000">
                <a:alpha val="40000"/>
              </a:srgbClr>
            </a:outerShdw>
          </a:effectLst>
        </p:spPr>
      </p:cxnSp>
      <p:sp>
        <p:nvSpPr>
          <p:cNvPr id="91" name="Google Shape;91;p14"/>
          <p:cNvSpPr/>
          <p:nvPr/>
        </p:nvSpPr>
        <p:spPr>
          <a:xfrm>
            <a:off x="0" y="0"/>
            <a:ext cx="40641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 name="Google Shape;92;p14"/>
          <p:cNvSpPr txBox="1"/>
          <p:nvPr>
            <p:ph type="title"/>
          </p:nvPr>
        </p:nvSpPr>
        <p:spPr>
          <a:xfrm>
            <a:off x="378800" y="410633"/>
            <a:ext cx="3306300" cy="5691600"/>
          </a:xfrm>
          <a:prstGeom prst="rect">
            <a:avLst/>
          </a:prstGeom>
          <a:noFill/>
          <a:ln>
            <a:noFill/>
          </a:ln>
        </p:spPr>
        <p:txBody>
          <a:bodyPr anchorCtr="0" anchor="t" bIns="121900" lIns="121900" spcFirstLastPara="1" rIns="121900" wrap="square" tIns="121900"/>
          <a:lstStyle>
            <a:lvl1pPr lvl="0" rtl="0" algn="l">
              <a:lnSpc>
                <a:spcPct val="100000"/>
              </a:lnSpc>
              <a:spcBef>
                <a:spcPts val="0"/>
              </a:spcBef>
              <a:spcAft>
                <a:spcPts val="0"/>
              </a:spcAft>
              <a:buClr>
                <a:schemeClr val="lt1"/>
              </a:buClr>
              <a:buSzPts val="4000"/>
              <a:buNone/>
              <a:defRPr b="1" sz="4000">
                <a:solidFill>
                  <a:schemeClr val="lt1"/>
                </a:solidFill>
                <a:latin typeface="Source Sans Pro"/>
                <a:ea typeface="Source Sans Pro"/>
                <a:cs typeface="Source Sans Pro"/>
                <a:sym typeface="Source Sans Pro"/>
              </a:defRPr>
            </a:lvl1pPr>
            <a:lvl2pPr lvl="1" rtl="0" algn="l">
              <a:lnSpc>
                <a:spcPct val="100000"/>
              </a:lnSpc>
              <a:spcBef>
                <a:spcPts val="0"/>
              </a:spcBef>
              <a:spcAft>
                <a:spcPts val="0"/>
              </a:spcAft>
              <a:buClr>
                <a:schemeClr val="lt1"/>
              </a:buClr>
              <a:buSzPts val="4000"/>
              <a:buNone/>
              <a:defRPr b="1" sz="4000">
                <a:solidFill>
                  <a:schemeClr val="lt1"/>
                </a:solidFill>
              </a:defRPr>
            </a:lvl2pPr>
            <a:lvl3pPr lvl="2" rtl="0" algn="l">
              <a:lnSpc>
                <a:spcPct val="100000"/>
              </a:lnSpc>
              <a:spcBef>
                <a:spcPts val="0"/>
              </a:spcBef>
              <a:spcAft>
                <a:spcPts val="0"/>
              </a:spcAft>
              <a:buClr>
                <a:schemeClr val="lt1"/>
              </a:buClr>
              <a:buSzPts val="4000"/>
              <a:buNone/>
              <a:defRPr b="1" sz="4000">
                <a:solidFill>
                  <a:schemeClr val="lt1"/>
                </a:solidFill>
              </a:defRPr>
            </a:lvl3pPr>
            <a:lvl4pPr lvl="3" rtl="0" algn="l">
              <a:lnSpc>
                <a:spcPct val="100000"/>
              </a:lnSpc>
              <a:spcBef>
                <a:spcPts val="0"/>
              </a:spcBef>
              <a:spcAft>
                <a:spcPts val="0"/>
              </a:spcAft>
              <a:buClr>
                <a:schemeClr val="lt1"/>
              </a:buClr>
              <a:buSzPts val="4000"/>
              <a:buNone/>
              <a:defRPr b="1" sz="4000">
                <a:solidFill>
                  <a:schemeClr val="lt1"/>
                </a:solidFill>
              </a:defRPr>
            </a:lvl4pPr>
            <a:lvl5pPr lvl="4" rtl="0" algn="l">
              <a:lnSpc>
                <a:spcPct val="100000"/>
              </a:lnSpc>
              <a:spcBef>
                <a:spcPts val="0"/>
              </a:spcBef>
              <a:spcAft>
                <a:spcPts val="0"/>
              </a:spcAft>
              <a:buClr>
                <a:schemeClr val="lt1"/>
              </a:buClr>
              <a:buSzPts val="4000"/>
              <a:buNone/>
              <a:defRPr b="1" sz="4000">
                <a:solidFill>
                  <a:schemeClr val="lt1"/>
                </a:solidFill>
              </a:defRPr>
            </a:lvl5pPr>
            <a:lvl6pPr lvl="5" rtl="0" algn="l">
              <a:lnSpc>
                <a:spcPct val="100000"/>
              </a:lnSpc>
              <a:spcBef>
                <a:spcPts val="0"/>
              </a:spcBef>
              <a:spcAft>
                <a:spcPts val="0"/>
              </a:spcAft>
              <a:buClr>
                <a:schemeClr val="lt1"/>
              </a:buClr>
              <a:buSzPts val="4000"/>
              <a:buNone/>
              <a:defRPr b="1" sz="4000">
                <a:solidFill>
                  <a:schemeClr val="lt1"/>
                </a:solidFill>
              </a:defRPr>
            </a:lvl6pPr>
            <a:lvl7pPr lvl="6" rtl="0" algn="l">
              <a:lnSpc>
                <a:spcPct val="100000"/>
              </a:lnSpc>
              <a:spcBef>
                <a:spcPts val="0"/>
              </a:spcBef>
              <a:spcAft>
                <a:spcPts val="0"/>
              </a:spcAft>
              <a:buClr>
                <a:schemeClr val="lt1"/>
              </a:buClr>
              <a:buSzPts val="4000"/>
              <a:buNone/>
              <a:defRPr b="1" sz="4000">
                <a:solidFill>
                  <a:schemeClr val="lt1"/>
                </a:solidFill>
              </a:defRPr>
            </a:lvl7pPr>
            <a:lvl8pPr lvl="7" rtl="0" algn="l">
              <a:lnSpc>
                <a:spcPct val="100000"/>
              </a:lnSpc>
              <a:spcBef>
                <a:spcPts val="0"/>
              </a:spcBef>
              <a:spcAft>
                <a:spcPts val="0"/>
              </a:spcAft>
              <a:buClr>
                <a:schemeClr val="lt1"/>
              </a:buClr>
              <a:buSzPts val="4000"/>
              <a:buNone/>
              <a:defRPr b="1" sz="4000">
                <a:solidFill>
                  <a:schemeClr val="lt1"/>
                </a:solidFill>
              </a:defRPr>
            </a:lvl8pPr>
            <a:lvl9pPr lvl="8" rtl="0" algn="l">
              <a:lnSpc>
                <a:spcPct val="100000"/>
              </a:lnSpc>
              <a:spcBef>
                <a:spcPts val="0"/>
              </a:spcBef>
              <a:spcAft>
                <a:spcPts val="0"/>
              </a:spcAft>
              <a:buClr>
                <a:schemeClr val="lt1"/>
              </a:buClr>
              <a:buSzPts val="4000"/>
              <a:buNone/>
              <a:defRPr b="1" sz="4000">
                <a:solidFill>
                  <a:schemeClr val="lt1"/>
                </a:solidFill>
              </a:defRPr>
            </a:lvl9pPr>
          </a:lstStyle>
          <a:p/>
        </p:txBody>
      </p:sp>
      <p:sp>
        <p:nvSpPr>
          <p:cNvPr id="93" name="Google Shape;93;p14"/>
          <p:cNvSpPr txBox="1"/>
          <p:nvPr>
            <p:ph idx="1" type="body"/>
          </p:nvPr>
        </p:nvSpPr>
        <p:spPr>
          <a:xfrm>
            <a:off x="4508133" y="410633"/>
            <a:ext cx="7268400" cy="5691600"/>
          </a:xfrm>
          <a:prstGeom prst="rect">
            <a:avLst/>
          </a:prstGeom>
          <a:noFill/>
          <a:ln>
            <a:noFill/>
          </a:ln>
        </p:spPr>
        <p:txBody>
          <a:bodyPr anchorCtr="0" anchor="t" bIns="121900" lIns="121900" spcFirstLastPara="1" rIns="121900" wrap="square" tIns="121900"/>
          <a:lstStyle>
            <a:lvl1pPr indent="-381000" lvl="0" marL="457200" rtl="0" algn="l">
              <a:lnSpc>
                <a:spcPct val="115000"/>
              </a:lnSpc>
              <a:spcBef>
                <a:spcPts val="0"/>
              </a:spcBef>
              <a:spcAft>
                <a:spcPts val="0"/>
              </a:spcAft>
              <a:buClr>
                <a:schemeClr val="dk2"/>
              </a:buClr>
              <a:buSzPts val="2400"/>
              <a:buChar char="●"/>
              <a:defRPr sz="2400">
                <a:solidFill>
                  <a:schemeClr val="dk2"/>
                </a:solidFill>
                <a:latin typeface="Source Sans Pro"/>
                <a:ea typeface="Source Sans Pro"/>
                <a:cs typeface="Source Sans Pro"/>
                <a:sym typeface="Source Sans Pro"/>
              </a:defRPr>
            </a:lvl1pPr>
            <a:lvl2pPr indent="-323850" lvl="1" marL="914400" rtl="0" algn="l">
              <a:lnSpc>
                <a:spcPct val="115000"/>
              </a:lnSpc>
              <a:spcBef>
                <a:spcPts val="2100"/>
              </a:spcBef>
              <a:spcAft>
                <a:spcPts val="0"/>
              </a:spcAft>
              <a:buClr>
                <a:schemeClr val="dk2"/>
              </a:buClr>
              <a:buSzPts val="1500"/>
              <a:buChar char="○"/>
              <a:defRPr i="1" sz="1900">
                <a:solidFill>
                  <a:schemeClr val="dk2"/>
                </a:solidFill>
                <a:latin typeface="Source Sans Pro"/>
                <a:ea typeface="Source Sans Pro"/>
                <a:cs typeface="Source Sans Pro"/>
                <a:sym typeface="Source Sans Pro"/>
              </a:defRPr>
            </a:lvl2pPr>
            <a:lvl3pPr indent="-323850" lvl="2" marL="1371600" rtl="0" algn="l">
              <a:lnSpc>
                <a:spcPct val="115000"/>
              </a:lnSpc>
              <a:spcBef>
                <a:spcPts val="2100"/>
              </a:spcBef>
              <a:spcAft>
                <a:spcPts val="0"/>
              </a:spcAft>
              <a:buClr>
                <a:schemeClr val="dk2"/>
              </a:buClr>
              <a:buSzPts val="1500"/>
              <a:buChar char="■"/>
              <a:defRPr sz="1900">
                <a:solidFill>
                  <a:schemeClr val="dk2"/>
                </a:solidFill>
                <a:latin typeface="Source Sans Pro"/>
                <a:ea typeface="Source Sans Pro"/>
                <a:cs typeface="Source Sans Pro"/>
                <a:sym typeface="Source Sans Pro"/>
              </a:defRPr>
            </a:lvl3pPr>
            <a:lvl4pPr indent="-323850" lvl="3" marL="1828800" rtl="0" algn="l">
              <a:lnSpc>
                <a:spcPct val="115000"/>
              </a:lnSpc>
              <a:spcBef>
                <a:spcPts val="2100"/>
              </a:spcBef>
              <a:spcAft>
                <a:spcPts val="0"/>
              </a:spcAft>
              <a:buClr>
                <a:schemeClr val="dk2"/>
              </a:buClr>
              <a:buSzPts val="1500"/>
              <a:buChar char="●"/>
              <a:defRPr i="1" sz="1900">
                <a:solidFill>
                  <a:schemeClr val="dk2"/>
                </a:solidFill>
                <a:latin typeface="Source Sans Pro"/>
                <a:ea typeface="Source Sans Pro"/>
                <a:cs typeface="Source Sans Pro"/>
                <a:sym typeface="Source Sans Pro"/>
              </a:defRPr>
            </a:lvl4pPr>
            <a:lvl5pPr indent="-323850" lvl="4" marL="2286000" rtl="0" algn="l">
              <a:lnSpc>
                <a:spcPct val="115000"/>
              </a:lnSpc>
              <a:spcBef>
                <a:spcPts val="2100"/>
              </a:spcBef>
              <a:spcAft>
                <a:spcPts val="0"/>
              </a:spcAft>
              <a:buClr>
                <a:schemeClr val="dk2"/>
              </a:buClr>
              <a:buSzPts val="1500"/>
              <a:buChar char="○"/>
              <a:defRPr sz="1900">
                <a:solidFill>
                  <a:schemeClr val="dk2"/>
                </a:solidFill>
                <a:latin typeface="Source Sans Pro"/>
                <a:ea typeface="Source Sans Pro"/>
                <a:cs typeface="Source Sans Pro"/>
                <a:sym typeface="Source Sans Pro"/>
              </a:defRPr>
            </a:lvl5pPr>
            <a:lvl6pPr indent="-323850" lvl="5" marL="2743200" rtl="0" algn="l">
              <a:lnSpc>
                <a:spcPct val="115000"/>
              </a:lnSpc>
              <a:spcBef>
                <a:spcPts val="2100"/>
              </a:spcBef>
              <a:spcAft>
                <a:spcPts val="0"/>
              </a:spcAft>
              <a:buClr>
                <a:schemeClr val="dk2"/>
              </a:buClr>
              <a:buSzPts val="1500"/>
              <a:buChar char="■"/>
              <a:defRPr i="1" sz="1900">
                <a:solidFill>
                  <a:schemeClr val="dk2"/>
                </a:solidFill>
                <a:latin typeface="Source Sans Pro"/>
                <a:ea typeface="Source Sans Pro"/>
                <a:cs typeface="Source Sans Pro"/>
                <a:sym typeface="Source Sans Pro"/>
              </a:defRPr>
            </a:lvl6pPr>
            <a:lvl7pPr indent="-323850" lvl="6" marL="3200400" rtl="0" algn="l">
              <a:lnSpc>
                <a:spcPct val="115000"/>
              </a:lnSpc>
              <a:spcBef>
                <a:spcPts val="2100"/>
              </a:spcBef>
              <a:spcAft>
                <a:spcPts val="0"/>
              </a:spcAft>
              <a:buClr>
                <a:schemeClr val="dk2"/>
              </a:buClr>
              <a:buSzPts val="1500"/>
              <a:buChar char="●"/>
              <a:defRPr sz="1900">
                <a:solidFill>
                  <a:schemeClr val="dk2"/>
                </a:solidFill>
                <a:latin typeface="Source Sans Pro"/>
                <a:ea typeface="Source Sans Pro"/>
                <a:cs typeface="Source Sans Pro"/>
                <a:sym typeface="Source Sans Pro"/>
              </a:defRPr>
            </a:lvl7pPr>
            <a:lvl8pPr indent="-323850" lvl="7" marL="3657600" rtl="0" algn="l">
              <a:lnSpc>
                <a:spcPct val="115000"/>
              </a:lnSpc>
              <a:spcBef>
                <a:spcPts val="2100"/>
              </a:spcBef>
              <a:spcAft>
                <a:spcPts val="0"/>
              </a:spcAft>
              <a:buClr>
                <a:schemeClr val="dk2"/>
              </a:buClr>
              <a:buSzPts val="1500"/>
              <a:buChar char="○"/>
              <a:defRPr i="1" sz="1900">
                <a:solidFill>
                  <a:schemeClr val="dk2"/>
                </a:solidFill>
                <a:latin typeface="Source Sans Pro"/>
                <a:ea typeface="Source Sans Pro"/>
                <a:cs typeface="Source Sans Pro"/>
                <a:sym typeface="Source Sans Pro"/>
              </a:defRPr>
            </a:lvl8pPr>
            <a:lvl9pPr indent="-323850" lvl="8" marL="4114800" rtl="0" algn="l">
              <a:lnSpc>
                <a:spcPct val="115000"/>
              </a:lnSpc>
              <a:spcBef>
                <a:spcPts val="2100"/>
              </a:spcBef>
              <a:spcAft>
                <a:spcPts val="2100"/>
              </a:spcAft>
              <a:buClr>
                <a:schemeClr val="dk2"/>
              </a:buClr>
              <a:buSzPts val="1500"/>
              <a:buChar char="■"/>
              <a:defRPr sz="1900">
                <a:solidFill>
                  <a:schemeClr val="dk2"/>
                </a:solidFill>
                <a:latin typeface="Source Sans Pro"/>
                <a:ea typeface="Source Sans Pro"/>
                <a:cs typeface="Source Sans Pro"/>
                <a:sym typeface="Source Sans Pro"/>
              </a:defRPr>
            </a:lvl9pPr>
          </a:lstStyle>
          <a:p/>
        </p:txBody>
      </p:sp>
      <p:sp>
        <p:nvSpPr>
          <p:cNvPr id="94" name="Google Shape;94;p14"/>
          <p:cNvSpPr txBox="1"/>
          <p:nvPr>
            <p:ph idx="12" type="sldNum"/>
          </p:nvPr>
        </p:nvSpPr>
        <p:spPr>
          <a:xfrm>
            <a:off x="11296610" y="6217622"/>
            <a:ext cx="731700" cy="524700"/>
          </a:xfrm>
          <a:prstGeom prst="rect">
            <a:avLst/>
          </a:prstGeom>
          <a:noFill/>
        </p:spPr>
        <p:txBody>
          <a:bodyPr anchorCtr="0" anchor="ctr" bIns="121900" lIns="121900" spcFirstLastPara="1" rIns="121900" wrap="square" tIns="121900">
            <a:noAutofit/>
          </a:bodyPr>
          <a:lstStyle>
            <a:lvl1pPr lvl="0" rtl="0" algn="r">
              <a:lnSpc>
                <a:spcPct val="100000"/>
              </a:lnSpc>
              <a:spcAft>
                <a:spcPts val="0"/>
              </a:spcAft>
              <a:buNone/>
              <a:defRPr sz="1300">
                <a:solidFill>
                  <a:schemeClr val="dk2"/>
                </a:solidFill>
              </a:defRPr>
            </a:lvl1pPr>
            <a:lvl2pPr lvl="1" rtl="0" algn="r">
              <a:lnSpc>
                <a:spcPct val="100000"/>
              </a:lnSpc>
              <a:spcAft>
                <a:spcPts val="0"/>
              </a:spcAft>
              <a:buNone/>
              <a:defRPr sz="1300">
                <a:solidFill>
                  <a:schemeClr val="dk2"/>
                </a:solidFill>
              </a:defRPr>
            </a:lvl2pPr>
            <a:lvl3pPr lvl="2" rtl="0" algn="r">
              <a:lnSpc>
                <a:spcPct val="100000"/>
              </a:lnSpc>
              <a:spcAft>
                <a:spcPts val="0"/>
              </a:spcAft>
              <a:buNone/>
              <a:defRPr sz="1300">
                <a:solidFill>
                  <a:schemeClr val="dk2"/>
                </a:solidFill>
              </a:defRPr>
            </a:lvl3pPr>
            <a:lvl4pPr lvl="3" rtl="0" algn="r">
              <a:lnSpc>
                <a:spcPct val="100000"/>
              </a:lnSpc>
              <a:spcAft>
                <a:spcPts val="0"/>
              </a:spcAft>
              <a:buNone/>
              <a:defRPr sz="1300">
                <a:solidFill>
                  <a:schemeClr val="dk2"/>
                </a:solidFill>
              </a:defRPr>
            </a:lvl4pPr>
            <a:lvl5pPr lvl="4" rtl="0" algn="r">
              <a:lnSpc>
                <a:spcPct val="100000"/>
              </a:lnSpc>
              <a:spcAft>
                <a:spcPts val="0"/>
              </a:spcAft>
              <a:buNone/>
              <a:defRPr sz="1300">
                <a:solidFill>
                  <a:schemeClr val="dk2"/>
                </a:solidFill>
              </a:defRPr>
            </a:lvl5pPr>
            <a:lvl6pPr lvl="5" rtl="0" algn="r">
              <a:lnSpc>
                <a:spcPct val="100000"/>
              </a:lnSpc>
              <a:spcAft>
                <a:spcPts val="0"/>
              </a:spcAft>
              <a:buNone/>
              <a:defRPr sz="1300">
                <a:solidFill>
                  <a:schemeClr val="dk2"/>
                </a:solidFill>
              </a:defRPr>
            </a:lvl6pPr>
            <a:lvl7pPr lvl="6" rtl="0" algn="r">
              <a:lnSpc>
                <a:spcPct val="100000"/>
              </a:lnSpc>
              <a:spcAft>
                <a:spcPts val="0"/>
              </a:spcAft>
              <a:buNone/>
              <a:defRPr sz="1300">
                <a:solidFill>
                  <a:schemeClr val="dk2"/>
                </a:solidFill>
              </a:defRPr>
            </a:lvl7pPr>
            <a:lvl8pPr lvl="7" rtl="0" algn="r">
              <a:lnSpc>
                <a:spcPct val="100000"/>
              </a:lnSpc>
              <a:spcAft>
                <a:spcPts val="0"/>
              </a:spcAft>
              <a:buNone/>
              <a:defRPr sz="1300">
                <a:solidFill>
                  <a:schemeClr val="dk2"/>
                </a:solidFill>
              </a:defRPr>
            </a:lvl8pPr>
            <a:lvl9pPr lvl="8" rtl="0" algn="r">
              <a:lnSpc>
                <a:spcPct val="100000"/>
              </a:lnSpc>
              <a:spcAft>
                <a:spcPts val="0"/>
              </a:spcAft>
              <a:buNone/>
              <a:defRPr sz="13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lstStyle>
            <a:lvl1pPr lvl="0">
              <a:spcBef>
                <a:spcPts val="0"/>
              </a:spcBef>
              <a:spcAft>
                <a:spcPts val="0"/>
              </a:spcAft>
              <a:buSzPts val="3700"/>
              <a:buFont typeface="Raleway"/>
              <a:buNone/>
              <a:defRPr b="1" sz="3700">
                <a:latin typeface="Raleway"/>
                <a:ea typeface="Raleway"/>
                <a:cs typeface="Raleway"/>
                <a:sym typeface="Raleway"/>
              </a:defRPr>
            </a:lvl1pPr>
            <a:lvl2pPr lvl="1">
              <a:spcBef>
                <a:spcPts val="0"/>
              </a:spcBef>
              <a:spcAft>
                <a:spcPts val="0"/>
              </a:spcAft>
              <a:buSzPts val="3700"/>
              <a:buFont typeface="Raleway"/>
              <a:buNone/>
              <a:defRPr b="1" sz="3700">
                <a:latin typeface="Raleway"/>
                <a:ea typeface="Raleway"/>
                <a:cs typeface="Raleway"/>
                <a:sym typeface="Raleway"/>
              </a:defRPr>
            </a:lvl2pPr>
            <a:lvl3pPr lvl="2">
              <a:spcBef>
                <a:spcPts val="0"/>
              </a:spcBef>
              <a:spcAft>
                <a:spcPts val="0"/>
              </a:spcAft>
              <a:buSzPts val="3700"/>
              <a:buFont typeface="Raleway"/>
              <a:buNone/>
              <a:defRPr b="1" sz="3700">
                <a:latin typeface="Raleway"/>
                <a:ea typeface="Raleway"/>
                <a:cs typeface="Raleway"/>
                <a:sym typeface="Raleway"/>
              </a:defRPr>
            </a:lvl3pPr>
            <a:lvl4pPr lvl="3">
              <a:spcBef>
                <a:spcPts val="0"/>
              </a:spcBef>
              <a:spcAft>
                <a:spcPts val="0"/>
              </a:spcAft>
              <a:buSzPts val="3700"/>
              <a:buFont typeface="Raleway"/>
              <a:buNone/>
              <a:defRPr b="1" sz="3700">
                <a:latin typeface="Raleway"/>
                <a:ea typeface="Raleway"/>
                <a:cs typeface="Raleway"/>
                <a:sym typeface="Raleway"/>
              </a:defRPr>
            </a:lvl4pPr>
            <a:lvl5pPr lvl="4">
              <a:spcBef>
                <a:spcPts val="0"/>
              </a:spcBef>
              <a:spcAft>
                <a:spcPts val="0"/>
              </a:spcAft>
              <a:buSzPts val="3700"/>
              <a:buFont typeface="Raleway"/>
              <a:buNone/>
              <a:defRPr b="1" sz="3700">
                <a:latin typeface="Raleway"/>
                <a:ea typeface="Raleway"/>
                <a:cs typeface="Raleway"/>
                <a:sym typeface="Raleway"/>
              </a:defRPr>
            </a:lvl5pPr>
            <a:lvl6pPr lvl="5">
              <a:spcBef>
                <a:spcPts val="0"/>
              </a:spcBef>
              <a:spcAft>
                <a:spcPts val="0"/>
              </a:spcAft>
              <a:buSzPts val="3700"/>
              <a:buFont typeface="Raleway"/>
              <a:buNone/>
              <a:defRPr b="1" sz="3700">
                <a:latin typeface="Raleway"/>
                <a:ea typeface="Raleway"/>
                <a:cs typeface="Raleway"/>
                <a:sym typeface="Raleway"/>
              </a:defRPr>
            </a:lvl6pPr>
            <a:lvl7pPr lvl="6">
              <a:spcBef>
                <a:spcPts val="0"/>
              </a:spcBef>
              <a:spcAft>
                <a:spcPts val="0"/>
              </a:spcAft>
              <a:buSzPts val="3700"/>
              <a:buFont typeface="Raleway"/>
              <a:buNone/>
              <a:defRPr b="1" sz="3700">
                <a:latin typeface="Raleway"/>
                <a:ea typeface="Raleway"/>
                <a:cs typeface="Raleway"/>
                <a:sym typeface="Raleway"/>
              </a:defRPr>
            </a:lvl7pPr>
            <a:lvl8pPr lvl="7">
              <a:spcBef>
                <a:spcPts val="0"/>
              </a:spcBef>
              <a:spcAft>
                <a:spcPts val="0"/>
              </a:spcAft>
              <a:buSzPts val="3700"/>
              <a:buFont typeface="Raleway"/>
              <a:buNone/>
              <a:defRPr b="1" sz="3700">
                <a:latin typeface="Raleway"/>
                <a:ea typeface="Raleway"/>
                <a:cs typeface="Raleway"/>
                <a:sym typeface="Raleway"/>
              </a:defRPr>
            </a:lvl8pPr>
            <a:lvl9pPr lvl="8">
              <a:spcBef>
                <a:spcPts val="0"/>
              </a:spcBef>
              <a:spcAft>
                <a:spcPts val="0"/>
              </a:spcAft>
              <a:buSzPts val="3700"/>
              <a:buFont typeface="Raleway"/>
              <a:buNone/>
              <a:defRPr b="1" sz="3700">
                <a:latin typeface="Raleway"/>
                <a:ea typeface="Raleway"/>
                <a:cs typeface="Raleway"/>
                <a:sym typeface="Raleway"/>
              </a:defRPr>
            </a:lvl9pPr>
          </a:lstStyle>
          <a:p/>
        </p:txBody>
      </p:sp>
      <p:sp>
        <p:nvSpPr>
          <p:cNvPr id="7" name="Google Shape;7;p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lstStyle>
            <a:lvl1pPr indent="-336550" lvl="0" marL="457200">
              <a:lnSpc>
                <a:spcPct val="115000"/>
              </a:lnSpc>
              <a:spcBef>
                <a:spcPts val="0"/>
              </a:spcBef>
              <a:spcAft>
                <a:spcPts val="0"/>
              </a:spcAft>
              <a:buClr>
                <a:schemeClr val="accent1"/>
              </a:buClr>
              <a:buSzPts val="1700"/>
              <a:buFont typeface="Lato"/>
              <a:buChar char="●"/>
              <a:defRPr sz="1700">
                <a:solidFill>
                  <a:schemeClr val="accent1"/>
                </a:solidFill>
                <a:latin typeface="Lato"/>
                <a:ea typeface="Lato"/>
                <a:cs typeface="Lato"/>
                <a:sym typeface="Lato"/>
              </a:defRPr>
            </a:lvl1pPr>
            <a:lvl2pPr indent="-323850" lvl="1" marL="914400">
              <a:lnSpc>
                <a:spcPct val="115000"/>
              </a:lnSpc>
              <a:spcBef>
                <a:spcPts val="2100"/>
              </a:spcBef>
              <a:spcAft>
                <a:spcPts val="0"/>
              </a:spcAft>
              <a:buClr>
                <a:schemeClr val="accent1"/>
              </a:buClr>
              <a:buSzPts val="1500"/>
              <a:buFont typeface="Lato"/>
              <a:buChar char="○"/>
              <a:defRPr sz="1500">
                <a:solidFill>
                  <a:schemeClr val="accent1"/>
                </a:solidFill>
                <a:latin typeface="Lato"/>
                <a:ea typeface="Lato"/>
                <a:cs typeface="Lato"/>
                <a:sym typeface="Lato"/>
              </a:defRPr>
            </a:lvl2pPr>
            <a:lvl3pPr indent="-323850" lvl="2" marL="1371600">
              <a:lnSpc>
                <a:spcPct val="115000"/>
              </a:lnSpc>
              <a:spcBef>
                <a:spcPts val="2100"/>
              </a:spcBef>
              <a:spcAft>
                <a:spcPts val="0"/>
              </a:spcAft>
              <a:buClr>
                <a:schemeClr val="accent1"/>
              </a:buClr>
              <a:buSzPts val="1500"/>
              <a:buFont typeface="Lato"/>
              <a:buChar char="■"/>
              <a:defRPr sz="1500">
                <a:solidFill>
                  <a:schemeClr val="accent1"/>
                </a:solidFill>
                <a:latin typeface="Lato"/>
                <a:ea typeface="Lato"/>
                <a:cs typeface="Lato"/>
                <a:sym typeface="Lato"/>
              </a:defRPr>
            </a:lvl3pPr>
            <a:lvl4pPr indent="-323850" lvl="3" marL="1828800">
              <a:lnSpc>
                <a:spcPct val="115000"/>
              </a:lnSpc>
              <a:spcBef>
                <a:spcPts val="2100"/>
              </a:spcBef>
              <a:spcAft>
                <a:spcPts val="0"/>
              </a:spcAft>
              <a:buClr>
                <a:schemeClr val="accent1"/>
              </a:buClr>
              <a:buSzPts val="1500"/>
              <a:buFont typeface="Lato"/>
              <a:buChar char="●"/>
              <a:defRPr sz="1500">
                <a:solidFill>
                  <a:schemeClr val="accent1"/>
                </a:solidFill>
                <a:latin typeface="Lato"/>
                <a:ea typeface="Lato"/>
                <a:cs typeface="Lato"/>
                <a:sym typeface="Lato"/>
              </a:defRPr>
            </a:lvl4pPr>
            <a:lvl5pPr indent="-323850" lvl="4" marL="2286000">
              <a:lnSpc>
                <a:spcPct val="115000"/>
              </a:lnSpc>
              <a:spcBef>
                <a:spcPts val="2100"/>
              </a:spcBef>
              <a:spcAft>
                <a:spcPts val="0"/>
              </a:spcAft>
              <a:buClr>
                <a:schemeClr val="accent1"/>
              </a:buClr>
              <a:buSzPts val="1500"/>
              <a:buFont typeface="Lato"/>
              <a:buChar char="○"/>
              <a:defRPr sz="1500">
                <a:solidFill>
                  <a:schemeClr val="accent1"/>
                </a:solidFill>
                <a:latin typeface="Lato"/>
                <a:ea typeface="Lato"/>
                <a:cs typeface="Lato"/>
                <a:sym typeface="Lato"/>
              </a:defRPr>
            </a:lvl5pPr>
            <a:lvl6pPr indent="-323850" lvl="5" marL="2743200">
              <a:lnSpc>
                <a:spcPct val="115000"/>
              </a:lnSpc>
              <a:spcBef>
                <a:spcPts val="2100"/>
              </a:spcBef>
              <a:spcAft>
                <a:spcPts val="0"/>
              </a:spcAft>
              <a:buClr>
                <a:schemeClr val="accent1"/>
              </a:buClr>
              <a:buSzPts val="1500"/>
              <a:buFont typeface="Lato"/>
              <a:buChar char="■"/>
              <a:defRPr sz="1500">
                <a:solidFill>
                  <a:schemeClr val="accent1"/>
                </a:solidFill>
                <a:latin typeface="Lato"/>
                <a:ea typeface="Lato"/>
                <a:cs typeface="Lato"/>
                <a:sym typeface="Lato"/>
              </a:defRPr>
            </a:lvl6pPr>
            <a:lvl7pPr indent="-323850" lvl="6" marL="3200400">
              <a:lnSpc>
                <a:spcPct val="115000"/>
              </a:lnSpc>
              <a:spcBef>
                <a:spcPts val="2100"/>
              </a:spcBef>
              <a:spcAft>
                <a:spcPts val="0"/>
              </a:spcAft>
              <a:buClr>
                <a:schemeClr val="accent1"/>
              </a:buClr>
              <a:buSzPts val="1500"/>
              <a:buFont typeface="Lato"/>
              <a:buChar char="●"/>
              <a:defRPr sz="1500">
                <a:solidFill>
                  <a:schemeClr val="accent1"/>
                </a:solidFill>
                <a:latin typeface="Lato"/>
                <a:ea typeface="Lato"/>
                <a:cs typeface="Lato"/>
                <a:sym typeface="Lato"/>
              </a:defRPr>
            </a:lvl7pPr>
            <a:lvl8pPr indent="-323850" lvl="7" marL="3657600">
              <a:lnSpc>
                <a:spcPct val="115000"/>
              </a:lnSpc>
              <a:spcBef>
                <a:spcPts val="2100"/>
              </a:spcBef>
              <a:spcAft>
                <a:spcPts val="0"/>
              </a:spcAft>
              <a:buClr>
                <a:schemeClr val="accent1"/>
              </a:buClr>
              <a:buSzPts val="1500"/>
              <a:buFont typeface="Lato"/>
              <a:buChar char="○"/>
              <a:defRPr sz="1500">
                <a:solidFill>
                  <a:schemeClr val="accent1"/>
                </a:solidFill>
                <a:latin typeface="Lato"/>
                <a:ea typeface="Lato"/>
                <a:cs typeface="Lato"/>
                <a:sym typeface="Lato"/>
              </a:defRPr>
            </a:lvl8pPr>
            <a:lvl9pPr indent="-323850" lvl="8" marL="4114800">
              <a:lnSpc>
                <a:spcPct val="115000"/>
              </a:lnSpc>
              <a:spcBef>
                <a:spcPts val="2100"/>
              </a:spcBef>
              <a:spcAft>
                <a:spcPts val="2100"/>
              </a:spcAft>
              <a:buClr>
                <a:schemeClr val="accent1"/>
              </a:buClr>
              <a:buSzPts val="1500"/>
              <a:buFont typeface="Lato"/>
              <a:buChar char="■"/>
              <a:defRPr sz="1500">
                <a:solidFill>
                  <a:schemeClr val="accent1"/>
                </a:solidFill>
                <a:latin typeface="Lato"/>
                <a:ea typeface="Lato"/>
                <a:cs typeface="Lato"/>
                <a:sym typeface="Lato"/>
              </a:defRPr>
            </a:lvl9pPr>
          </a:lstStyle>
          <a:p/>
        </p:txBody>
      </p:sp>
      <p:sp>
        <p:nvSpPr>
          <p:cNvPr id="8" name="Google Shape;8;p1"/>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Autofit/>
          </a:bodyPr>
          <a:lstStyle>
            <a:lvl1pPr lvl="0" algn="r">
              <a:buNone/>
              <a:defRPr sz="1300">
                <a:solidFill>
                  <a:schemeClr val="accent1"/>
                </a:solidFill>
                <a:latin typeface="Lato"/>
                <a:ea typeface="Lato"/>
                <a:cs typeface="Lato"/>
                <a:sym typeface="Lato"/>
              </a:defRPr>
            </a:lvl1pPr>
            <a:lvl2pPr lvl="1" algn="r">
              <a:buNone/>
              <a:defRPr sz="1300">
                <a:solidFill>
                  <a:schemeClr val="accent1"/>
                </a:solidFill>
                <a:latin typeface="Lato"/>
                <a:ea typeface="Lato"/>
                <a:cs typeface="Lato"/>
                <a:sym typeface="Lato"/>
              </a:defRPr>
            </a:lvl2pPr>
            <a:lvl3pPr lvl="2" algn="r">
              <a:buNone/>
              <a:defRPr sz="1300">
                <a:solidFill>
                  <a:schemeClr val="accent1"/>
                </a:solidFill>
                <a:latin typeface="Lato"/>
                <a:ea typeface="Lato"/>
                <a:cs typeface="Lato"/>
                <a:sym typeface="Lato"/>
              </a:defRPr>
            </a:lvl3pPr>
            <a:lvl4pPr lvl="3" algn="r">
              <a:buNone/>
              <a:defRPr sz="1300">
                <a:solidFill>
                  <a:schemeClr val="accent1"/>
                </a:solidFill>
                <a:latin typeface="Lato"/>
                <a:ea typeface="Lato"/>
                <a:cs typeface="Lato"/>
                <a:sym typeface="Lato"/>
              </a:defRPr>
            </a:lvl4pPr>
            <a:lvl5pPr lvl="4" algn="r">
              <a:buNone/>
              <a:defRPr sz="1300">
                <a:solidFill>
                  <a:schemeClr val="accent1"/>
                </a:solidFill>
                <a:latin typeface="Lato"/>
                <a:ea typeface="Lato"/>
                <a:cs typeface="Lato"/>
                <a:sym typeface="Lato"/>
              </a:defRPr>
            </a:lvl5pPr>
            <a:lvl6pPr lvl="5" algn="r">
              <a:buNone/>
              <a:defRPr sz="1300">
                <a:solidFill>
                  <a:schemeClr val="accent1"/>
                </a:solidFill>
                <a:latin typeface="Lato"/>
                <a:ea typeface="Lato"/>
                <a:cs typeface="Lato"/>
                <a:sym typeface="Lato"/>
              </a:defRPr>
            </a:lvl6pPr>
            <a:lvl7pPr lvl="6" algn="r">
              <a:buNone/>
              <a:defRPr sz="1300">
                <a:solidFill>
                  <a:schemeClr val="accent1"/>
                </a:solidFill>
                <a:latin typeface="Lato"/>
                <a:ea typeface="Lato"/>
                <a:cs typeface="Lato"/>
                <a:sym typeface="Lato"/>
              </a:defRPr>
            </a:lvl7pPr>
            <a:lvl8pPr lvl="7" algn="r">
              <a:buNone/>
              <a:defRPr sz="1300">
                <a:solidFill>
                  <a:schemeClr val="accent1"/>
                </a:solidFill>
                <a:latin typeface="Lato"/>
                <a:ea typeface="Lato"/>
                <a:cs typeface="Lato"/>
                <a:sym typeface="Lato"/>
              </a:defRPr>
            </a:lvl8pPr>
            <a:lvl9pPr lvl="8" algn="r">
              <a:buNone/>
              <a:defRPr sz="13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8" name="Shape 98"/>
        <p:cNvGrpSpPr/>
        <p:nvPr/>
      </p:nvGrpSpPr>
      <p:grpSpPr>
        <a:xfrm>
          <a:off x="0" y="0"/>
          <a:ext cx="0" cy="0"/>
          <a:chOff x="0" y="0"/>
          <a:chExt cx="0" cy="0"/>
        </a:xfrm>
      </p:grpSpPr>
      <p:sp>
        <p:nvSpPr>
          <p:cNvPr id="99" name="Google Shape;99;p15"/>
          <p:cNvSpPr txBox="1"/>
          <p:nvPr>
            <p:ph type="ctrTitle"/>
          </p:nvPr>
        </p:nvSpPr>
        <p:spPr>
          <a:xfrm>
            <a:off x="1915350" y="2076673"/>
            <a:ext cx="8361300" cy="1103100"/>
          </a:xfrm>
          <a:prstGeom prst="rect">
            <a:avLst/>
          </a:prstGeom>
          <a:noFill/>
          <a:ln>
            <a:noFill/>
          </a:ln>
        </p:spPr>
        <p:txBody>
          <a:bodyPr anchorCtr="0" anchor="b" bIns="45700" lIns="91425" spcFirstLastPara="1" rIns="91425" wrap="square" tIns="45700">
            <a:noAutofit/>
          </a:bodyPr>
          <a:lstStyle/>
          <a:p>
            <a:pPr indent="0" lvl="0" marL="0" marR="0" rtl="0" algn="ctr">
              <a:lnSpc>
                <a:spcPct val="89000"/>
              </a:lnSpc>
              <a:spcBef>
                <a:spcPts val="0"/>
              </a:spcBef>
              <a:spcAft>
                <a:spcPts val="0"/>
              </a:spcAft>
              <a:buClr>
                <a:schemeClr val="dk2"/>
              </a:buClr>
              <a:buSzPts val="7200"/>
              <a:buFont typeface="Source Sans Pro"/>
              <a:buNone/>
            </a:pPr>
            <a:r>
              <a:rPr b="0" i="0" lang="en-US" sz="6000" u="none" cap="none" strike="noStrike">
                <a:solidFill>
                  <a:srgbClr val="434343"/>
                </a:solidFill>
                <a:latin typeface="Lato"/>
                <a:ea typeface="Lato"/>
                <a:cs typeface="Lato"/>
                <a:sym typeface="Lato"/>
              </a:rPr>
              <a:t>BIOMETRIC SYSTEM</a:t>
            </a:r>
            <a:endParaRPr b="0" i="0" sz="6000" u="none" cap="none" strike="noStrike">
              <a:solidFill>
                <a:srgbClr val="434343"/>
              </a:solidFill>
              <a:latin typeface="Lato"/>
              <a:ea typeface="Lato"/>
              <a:cs typeface="Lato"/>
              <a:sym typeface="Lato"/>
            </a:endParaRPr>
          </a:p>
        </p:txBody>
      </p:sp>
      <p:graphicFrame>
        <p:nvGraphicFramePr>
          <p:cNvPr id="100" name="Google Shape;100;p15"/>
          <p:cNvGraphicFramePr/>
          <p:nvPr/>
        </p:nvGraphicFramePr>
        <p:xfrm>
          <a:off x="2410059" y="5081110"/>
          <a:ext cx="3000000" cy="3000000"/>
        </p:xfrm>
        <a:graphic>
          <a:graphicData uri="http://schemas.openxmlformats.org/drawingml/2006/table">
            <a:tbl>
              <a:tblPr bandRow="1" firstRow="1">
                <a:noFill/>
                <a:tableStyleId>{3EB92F01-BB30-4E51-AFE9-EA5F48F9A2B5}</a:tableStyleId>
              </a:tblPr>
              <a:tblGrid>
                <a:gridCol w="3702650"/>
                <a:gridCol w="3669250"/>
              </a:tblGrid>
              <a:tr h="240750">
                <a:tc>
                  <a:txBody>
                    <a:bodyPr>
                      <a:noAutofit/>
                    </a:bodyPr>
                    <a:lstStyle/>
                    <a:p>
                      <a:pPr indent="0" lvl="0" marL="0" marR="0" rtl="0" algn="l">
                        <a:spcBef>
                          <a:spcPts val="0"/>
                        </a:spcBef>
                        <a:spcAft>
                          <a:spcPts val="0"/>
                        </a:spcAft>
                        <a:buNone/>
                      </a:pPr>
                      <a:r>
                        <a:t/>
                      </a:r>
                      <a:endParaRPr sz="1800"/>
                    </a:p>
                  </a:txBody>
                  <a:tcPr marT="45725" marB="45725" marR="91450" marL="91450"/>
                </a:tc>
                <a:tc>
                  <a:txBody>
                    <a:bodyPr>
                      <a:noAutofit/>
                    </a:bodyPr>
                    <a:lstStyle/>
                    <a:p>
                      <a:pPr indent="0" lvl="0" marL="0" marR="0" rtl="0" algn="r">
                        <a:spcBef>
                          <a:spcPts val="0"/>
                        </a:spcBef>
                        <a:spcAft>
                          <a:spcPts val="0"/>
                        </a:spcAft>
                        <a:buNone/>
                      </a:pPr>
                      <a:r>
                        <a:t/>
                      </a:r>
                      <a:endParaRPr sz="1800"/>
                    </a:p>
                  </a:txBody>
                  <a:tcPr marT="45725" marB="45725" marR="91450" marL="91450"/>
                </a:tc>
              </a:tr>
              <a:tr h="242000">
                <a:tc>
                  <a:txBody>
                    <a:bodyPr>
                      <a:noAutofit/>
                    </a:bodyPr>
                    <a:lstStyle/>
                    <a:p>
                      <a:pPr indent="0" lvl="0" marL="0" marR="0" rtl="0" algn="l">
                        <a:spcBef>
                          <a:spcPts val="0"/>
                        </a:spcBef>
                        <a:spcAft>
                          <a:spcPts val="0"/>
                        </a:spcAft>
                        <a:buNone/>
                      </a:pPr>
                      <a:r>
                        <a:rPr lang="en-US" sz="1800"/>
                        <a:t>Kamesh M</a:t>
                      </a:r>
                      <a:endParaRPr sz="1800"/>
                    </a:p>
                  </a:txBody>
                  <a:tcPr marT="45725" marB="45725" marR="91450" marL="91450"/>
                </a:tc>
                <a:tc>
                  <a:txBody>
                    <a:bodyPr>
                      <a:noAutofit/>
                    </a:bodyPr>
                    <a:lstStyle/>
                    <a:p>
                      <a:pPr indent="0" lvl="0" marL="0" marR="0" rtl="0" algn="r">
                        <a:spcBef>
                          <a:spcPts val="0"/>
                        </a:spcBef>
                        <a:spcAft>
                          <a:spcPts val="0"/>
                        </a:spcAft>
                        <a:buNone/>
                      </a:pPr>
                      <a:r>
                        <a:rPr lang="en-US" sz="1800"/>
                        <a:t>Goutham S M</a:t>
                      </a:r>
                      <a:endParaRPr sz="1800"/>
                    </a:p>
                  </a:txBody>
                  <a:tcPr marT="45725" marB="45725" marR="91450" marL="91450"/>
                </a:tc>
              </a:tr>
              <a:tr h="242000">
                <a:tc>
                  <a:txBody>
                    <a:bodyPr>
                      <a:noAutofit/>
                    </a:bodyPr>
                    <a:lstStyle/>
                    <a:p>
                      <a:pPr indent="0" lvl="0" marL="0" marR="0" rtl="0" algn="l">
                        <a:spcBef>
                          <a:spcPts val="0"/>
                        </a:spcBef>
                        <a:spcAft>
                          <a:spcPts val="0"/>
                        </a:spcAft>
                        <a:buNone/>
                      </a:pPr>
                      <a:r>
                        <a:rPr lang="en-US" sz="1800"/>
                        <a:t>Gowri Shankar K</a:t>
                      </a:r>
                      <a:endParaRPr sz="1800"/>
                    </a:p>
                  </a:txBody>
                  <a:tcPr marT="45725" marB="45725" marR="91450" marL="91450"/>
                </a:tc>
                <a:tc>
                  <a:txBody>
                    <a:bodyPr>
                      <a:noAutofit/>
                    </a:bodyPr>
                    <a:lstStyle/>
                    <a:p>
                      <a:pPr indent="0" lvl="0" marL="0" marR="0" rtl="0" algn="r">
                        <a:spcBef>
                          <a:spcPts val="0"/>
                        </a:spcBef>
                        <a:spcAft>
                          <a:spcPts val="0"/>
                        </a:spcAft>
                        <a:buNone/>
                      </a:pPr>
                      <a:r>
                        <a:rPr lang="en-US" sz="1800"/>
                        <a:t>D</a:t>
                      </a:r>
                      <a:r>
                        <a:rPr lang="en-US" sz="1800"/>
                        <a:t>ravid A</a:t>
                      </a:r>
                      <a:endParaRPr sz="1800"/>
                    </a:p>
                  </a:txBody>
                  <a:tcPr marT="45725" marB="45725" marR="91450" marL="91450"/>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4" name="Shape 104"/>
        <p:cNvGrpSpPr/>
        <p:nvPr/>
      </p:nvGrpSpPr>
      <p:grpSpPr>
        <a:xfrm>
          <a:off x="0" y="0"/>
          <a:ext cx="0" cy="0"/>
          <a:chOff x="0" y="0"/>
          <a:chExt cx="0" cy="0"/>
        </a:xfrm>
      </p:grpSpPr>
      <p:sp>
        <p:nvSpPr>
          <p:cNvPr id="105" name="Google Shape;105;p16"/>
          <p:cNvSpPr txBox="1"/>
          <p:nvPr>
            <p:ph idx="4294967295" type="body"/>
          </p:nvPr>
        </p:nvSpPr>
        <p:spPr>
          <a:xfrm>
            <a:off x="261825" y="862723"/>
            <a:ext cx="11119500" cy="6565800"/>
          </a:xfrm>
          <a:prstGeom prst="rect">
            <a:avLst/>
          </a:prstGeom>
        </p:spPr>
        <p:txBody>
          <a:bodyPr anchorCtr="0" anchor="t" bIns="121900" lIns="121900" spcFirstLastPara="1" rIns="121900" wrap="square" tIns="121900">
            <a:noAutofit/>
          </a:bodyPr>
          <a:lstStyle/>
          <a:p>
            <a:pPr indent="0" lvl="0" marL="0" marR="0" rtl="0" algn="l">
              <a:spcBef>
                <a:spcPts val="0"/>
              </a:spcBef>
              <a:spcAft>
                <a:spcPts val="0"/>
              </a:spcAft>
              <a:buNone/>
            </a:pPr>
            <a:r>
              <a:rPr b="1" lang="en-US" sz="2100">
                <a:solidFill>
                  <a:srgbClr val="434343"/>
                </a:solidFill>
              </a:rPr>
              <a:t>Security Process</a:t>
            </a:r>
            <a:endParaRPr sz="1500">
              <a:solidFill>
                <a:srgbClr val="000000"/>
              </a:solidFill>
              <a:latin typeface="Arial"/>
              <a:ea typeface="Arial"/>
              <a:cs typeface="Arial"/>
              <a:sym typeface="Arial"/>
            </a:endParaRPr>
          </a:p>
          <a:p>
            <a:pPr indent="0" lvl="0" marL="0" rtl="0" algn="l">
              <a:lnSpc>
                <a:spcPct val="115000"/>
              </a:lnSpc>
              <a:spcBef>
                <a:spcPts val="2100"/>
              </a:spcBef>
              <a:spcAft>
                <a:spcPts val="0"/>
              </a:spcAft>
              <a:buNone/>
            </a:pPr>
            <a:r>
              <a:rPr lang="en-US">
                <a:solidFill>
                  <a:srgbClr val="000000"/>
                </a:solidFill>
                <a:latin typeface="Times New Roman"/>
                <a:ea typeface="Times New Roman"/>
                <a:cs typeface="Times New Roman"/>
                <a:sym typeface="Times New Roman"/>
              </a:rPr>
              <a:t>The  total security system is divided into 4 levels.They include voice recognition, fingerprint recognition, facial scanner and retina/iris scanner.</a:t>
            </a:r>
            <a:endParaRPr sz="2000">
              <a:solidFill>
                <a:srgbClr val="000000"/>
              </a:solidFill>
              <a:latin typeface="Arial"/>
              <a:ea typeface="Arial"/>
              <a:cs typeface="Arial"/>
              <a:sym typeface="Arial"/>
            </a:endParaRPr>
          </a:p>
          <a:p>
            <a:pPr indent="-336550" lvl="0" marL="457200" rtl="0" algn="l">
              <a:lnSpc>
                <a:spcPct val="115000"/>
              </a:lnSpc>
              <a:spcBef>
                <a:spcPts val="1000"/>
              </a:spcBef>
              <a:spcAft>
                <a:spcPts val="0"/>
              </a:spcAft>
              <a:buClr>
                <a:srgbClr val="000000"/>
              </a:buClr>
              <a:buSzPts val="1700"/>
              <a:buChar char="●"/>
            </a:pPr>
            <a:r>
              <a:rPr lang="en-US" sz="1800">
                <a:solidFill>
                  <a:srgbClr val="000000"/>
                </a:solidFill>
                <a:latin typeface="Times New Roman"/>
                <a:ea typeface="Times New Roman"/>
                <a:cs typeface="Times New Roman"/>
                <a:sym typeface="Times New Roman"/>
              </a:rPr>
              <a:t>The first level of security is voice recognition where the person requiring access has to speak the entering password which will be generated every day.</a:t>
            </a:r>
            <a:r>
              <a:rPr lang="en-US" sz="2100">
                <a:solidFill>
                  <a:srgbClr val="000000"/>
                </a:solidFill>
                <a:latin typeface="Arial"/>
                <a:ea typeface="Arial"/>
                <a:cs typeface="Arial"/>
                <a:sym typeface="Arial"/>
              </a:rPr>
              <a:t>	</a:t>
            </a:r>
            <a:endParaRPr sz="2100">
              <a:solidFill>
                <a:srgbClr val="000000"/>
              </a:solidFill>
              <a:latin typeface="Arial"/>
              <a:ea typeface="Arial"/>
              <a:cs typeface="Arial"/>
              <a:sym typeface="Arial"/>
            </a:endParaRPr>
          </a:p>
          <a:p>
            <a:pPr indent="-336550" lvl="0" marL="457200" rtl="0" algn="l">
              <a:lnSpc>
                <a:spcPct val="115000"/>
              </a:lnSpc>
              <a:spcBef>
                <a:spcPts val="0"/>
              </a:spcBef>
              <a:spcAft>
                <a:spcPts val="0"/>
              </a:spcAft>
              <a:buClr>
                <a:srgbClr val="000000"/>
              </a:buClr>
              <a:buSzPts val="1700"/>
              <a:buChar char="●"/>
            </a:pPr>
            <a:r>
              <a:rPr lang="en-US" sz="1800">
                <a:solidFill>
                  <a:srgbClr val="000000"/>
                </a:solidFill>
                <a:latin typeface="Times New Roman"/>
                <a:ea typeface="Times New Roman"/>
                <a:cs typeface="Times New Roman"/>
                <a:sym typeface="Times New Roman"/>
              </a:rPr>
              <a:t>If the person succeeds within three tries then he is grant access to the next level else the security is alerted.</a:t>
            </a:r>
            <a:r>
              <a:rPr lang="en-US" sz="2100">
                <a:solidFill>
                  <a:srgbClr val="000000"/>
                </a:solidFill>
                <a:latin typeface="Arial"/>
                <a:ea typeface="Arial"/>
                <a:cs typeface="Arial"/>
                <a:sym typeface="Arial"/>
              </a:rPr>
              <a:t>	</a:t>
            </a:r>
            <a:endParaRPr sz="2100">
              <a:solidFill>
                <a:srgbClr val="000000"/>
              </a:solidFill>
              <a:latin typeface="Arial"/>
              <a:ea typeface="Arial"/>
              <a:cs typeface="Arial"/>
              <a:sym typeface="Arial"/>
            </a:endParaRPr>
          </a:p>
          <a:p>
            <a:pPr indent="-336550" lvl="0" marL="457200" rtl="0" algn="l">
              <a:lnSpc>
                <a:spcPct val="115000"/>
              </a:lnSpc>
              <a:spcBef>
                <a:spcPts val="0"/>
              </a:spcBef>
              <a:spcAft>
                <a:spcPts val="0"/>
              </a:spcAft>
              <a:buClr>
                <a:srgbClr val="000000"/>
              </a:buClr>
              <a:buSzPts val="1700"/>
              <a:buChar char="●"/>
            </a:pPr>
            <a:r>
              <a:rPr lang="en-US" sz="1800">
                <a:solidFill>
                  <a:srgbClr val="000000"/>
                </a:solidFill>
                <a:latin typeface="Times New Roman"/>
                <a:ea typeface="Times New Roman"/>
                <a:cs typeface="Times New Roman"/>
                <a:sym typeface="Times New Roman"/>
              </a:rPr>
              <a:t>In the next level he needs to use his/her fingerprint for scanning and recognition purpose. If they are not recognisable the security is alerted else he enters the next level.</a:t>
            </a:r>
            <a:r>
              <a:rPr lang="en-US" sz="2100">
                <a:solidFill>
                  <a:srgbClr val="000000"/>
                </a:solidFill>
                <a:latin typeface="Arial"/>
                <a:ea typeface="Arial"/>
                <a:cs typeface="Arial"/>
                <a:sym typeface="Arial"/>
              </a:rPr>
              <a:t>	</a:t>
            </a:r>
            <a:endParaRPr sz="2100">
              <a:solidFill>
                <a:srgbClr val="000000"/>
              </a:solidFill>
              <a:latin typeface="Arial"/>
              <a:ea typeface="Arial"/>
              <a:cs typeface="Arial"/>
              <a:sym typeface="Arial"/>
            </a:endParaRPr>
          </a:p>
          <a:p>
            <a:pPr indent="-336550" lvl="0" marL="457200" rtl="0" algn="l">
              <a:lnSpc>
                <a:spcPct val="115000"/>
              </a:lnSpc>
              <a:spcBef>
                <a:spcPts val="0"/>
              </a:spcBef>
              <a:spcAft>
                <a:spcPts val="0"/>
              </a:spcAft>
              <a:buClr>
                <a:srgbClr val="000000"/>
              </a:buClr>
              <a:buSzPts val="1700"/>
              <a:buChar char="●"/>
            </a:pPr>
            <a:r>
              <a:rPr lang="en-US" sz="1800">
                <a:solidFill>
                  <a:srgbClr val="000000"/>
                </a:solidFill>
                <a:latin typeface="Times New Roman"/>
                <a:ea typeface="Times New Roman"/>
                <a:cs typeface="Times New Roman"/>
                <a:sym typeface="Times New Roman"/>
              </a:rPr>
              <a:t>The next level is facial recognition where the face of the person is scanned, this is a critical level where any one who fraudulently 	uses the fingerprint gets caught in this process.</a:t>
            </a:r>
            <a:r>
              <a:rPr lang="en-US" sz="2100">
                <a:solidFill>
                  <a:srgbClr val="000000"/>
                </a:solidFill>
                <a:latin typeface="Arial"/>
                <a:ea typeface="Arial"/>
                <a:cs typeface="Arial"/>
                <a:sym typeface="Arial"/>
              </a:rPr>
              <a:t>	</a:t>
            </a:r>
            <a:endParaRPr sz="2100">
              <a:solidFill>
                <a:srgbClr val="000000"/>
              </a:solidFill>
              <a:latin typeface="Arial"/>
              <a:ea typeface="Arial"/>
              <a:cs typeface="Arial"/>
              <a:sym typeface="Arial"/>
            </a:endParaRPr>
          </a:p>
          <a:p>
            <a:pPr indent="-342900" lvl="0" marL="457200" rtl="0" algn="l">
              <a:lnSpc>
                <a:spcPct val="115000"/>
              </a:lnSpc>
              <a:spcBef>
                <a:spcPts val="0"/>
              </a:spcBef>
              <a:spcAft>
                <a:spcPts val="0"/>
              </a:spcAft>
              <a:buClr>
                <a:srgbClr val="000000"/>
              </a:buClr>
              <a:buSzPts val="1800"/>
              <a:buFont typeface="Times New Roman"/>
              <a:buChar char="●"/>
            </a:pPr>
            <a:r>
              <a:rPr lang="en-US" sz="1800">
                <a:solidFill>
                  <a:srgbClr val="000000"/>
                </a:solidFill>
                <a:latin typeface="Times New Roman"/>
                <a:ea typeface="Times New Roman"/>
                <a:cs typeface="Times New Roman"/>
                <a:sym typeface="Times New Roman"/>
              </a:rPr>
              <a:t>If the person succeeds the 3</a:t>
            </a:r>
            <a:r>
              <a:rPr baseline="30000" lang="en-US" sz="1800">
                <a:solidFill>
                  <a:srgbClr val="000000"/>
                </a:solidFill>
                <a:latin typeface="Times New Roman"/>
                <a:ea typeface="Times New Roman"/>
                <a:cs typeface="Times New Roman"/>
                <a:sym typeface="Times New Roman"/>
              </a:rPr>
              <a:t>rd</a:t>
            </a:r>
            <a:r>
              <a:rPr lang="en-US" sz="1800">
                <a:solidFill>
                  <a:srgbClr val="000000"/>
                </a:solidFill>
                <a:latin typeface="Times New Roman"/>
                <a:ea typeface="Times New Roman"/>
                <a:cs typeface="Times New Roman"/>
                <a:sym typeface="Times New Roman"/>
              </a:rPr>
              <a:t> level then he/she enters the final level of security check, that is retina or iris scan which is unique for every single person compared to the finger print of a person</a:t>
            </a:r>
            <a:endParaRPr sz="18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6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1800">
                <a:solidFill>
                  <a:srgbClr val="000000"/>
                </a:solidFill>
                <a:latin typeface="Times New Roman"/>
                <a:ea typeface="Times New Roman"/>
                <a:cs typeface="Times New Roman"/>
                <a:sym typeface="Times New Roman"/>
              </a:rPr>
              <a:t>Now those who successfully complete all security scans can enter the lair else the security is alerted and they get caught. Thus it is more efficient than any other biometric system that is present in current market currently in use.</a:t>
            </a:r>
            <a:endParaRPr sz="18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solidFill>
                <a:srgbClr val="000000"/>
              </a:solidFill>
              <a:latin typeface="Arial"/>
              <a:ea typeface="Arial"/>
              <a:cs typeface="Arial"/>
              <a:sym typeface="Arial"/>
            </a:endParaRPr>
          </a:p>
          <a:p>
            <a:pPr indent="0" lvl="0" marL="0" rtl="0" algn="l">
              <a:spcBef>
                <a:spcPts val="1000"/>
              </a:spcBef>
              <a:spcAft>
                <a:spcPts val="0"/>
              </a:spcAft>
              <a:buNone/>
            </a:pPr>
            <a:r>
              <a:t/>
            </a:r>
            <a:endParaRPr sz="15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1800">
                <a:solidFill>
                  <a:srgbClr val="000000"/>
                </a:solidFill>
                <a:latin typeface="Arial"/>
                <a:ea typeface="Arial"/>
                <a:cs typeface="Arial"/>
                <a:sym typeface="Arial"/>
              </a:rPr>
              <a:t> 	 	 	 	</a:t>
            </a:r>
            <a:endParaRPr sz="1500">
              <a:solidFill>
                <a:srgbClr val="000000"/>
              </a:solidFill>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rPr lang="en-US" sz="1800">
                <a:solidFill>
                  <a:srgbClr val="000000"/>
                </a:solidFill>
                <a:latin typeface="Arial"/>
                <a:ea typeface="Arial"/>
                <a:cs typeface="Arial"/>
                <a:sym typeface="Arial"/>
              </a:rPr>
              <a:t>	 	 	</a:t>
            </a:r>
            <a:endParaRPr sz="1800">
              <a:solidFill>
                <a:srgbClr val="000000"/>
              </a:solidFill>
              <a:latin typeface="Arial"/>
              <a:ea typeface="Arial"/>
              <a:cs typeface="Arial"/>
              <a:sym typeface="Arial"/>
            </a:endParaRPr>
          </a:p>
          <a:p>
            <a:pPr indent="-330200" lvl="0" marL="457200" marR="0" rtl="0" algn="l">
              <a:spcBef>
                <a:spcPts val="1000"/>
              </a:spcBef>
              <a:spcAft>
                <a:spcPts val="2100"/>
              </a:spcAft>
              <a:buNone/>
            </a:pPr>
            <a:r>
              <a:t/>
            </a:r>
            <a:endParaRPr i="0" sz="1600" u="none" cap="none" strike="noStrike">
              <a:solidFill>
                <a:srgbClr val="434343"/>
              </a:solidFill>
            </a:endParaRPr>
          </a:p>
        </p:txBody>
      </p:sp>
      <p:sp>
        <p:nvSpPr>
          <p:cNvPr id="106" name="Google Shape;106;p16"/>
          <p:cNvSpPr txBox="1"/>
          <p:nvPr>
            <p:ph idx="4294967295" type="title"/>
          </p:nvPr>
        </p:nvSpPr>
        <p:spPr>
          <a:xfrm>
            <a:off x="471975" y="-73325"/>
            <a:ext cx="10699200" cy="994500"/>
          </a:xfrm>
          <a:prstGeom prst="rect">
            <a:avLst/>
          </a:prstGeom>
        </p:spPr>
        <p:txBody>
          <a:bodyPr anchorCtr="0" anchor="t" bIns="121900" lIns="121900" spcFirstLastPara="1" rIns="121900" wrap="square" tIns="121900">
            <a:noAutofit/>
          </a:bodyPr>
          <a:lstStyle/>
          <a:p>
            <a:pPr indent="0" lvl="0" marL="0" marR="0" rtl="0" algn="l">
              <a:spcBef>
                <a:spcPts val="0"/>
              </a:spcBef>
              <a:spcAft>
                <a:spcPts val="0"/>
              </a:spcAft>
              <a:buNone/>
            </a:pPr>
            <a:r>
              <a:rPr i="0" lang="en-US" sz="4000" u="none" cap="none" strike="noStrike">
                <a:solidFill>
                  <a:schemeClr val="dk1"/>
                </a:solidFill>
                <a:latin typeface="Source Sans Pro"/>
                <a:ea typeface="Source Sans Pro"/>
                <a:cs typeface="Source Sans Pro"/>
                <a:sym typeface="Source Sans Pro"/>
              </a:rPr>
              <a:t>The </a:t>
            </a:r>
            <a:r>
              <a:rPr lang="en-US" sz="4000">
                <a:solidFill>
                  <a:schemeClr val="dk1"/>
                </a:solidFill>
                <a:latin typeface="Source Sans Pro"/>
                <a:ea typeface="Source Sans Pro"/>
                <a:cs typeface="Source Sans Pro"/>
                <a:sym typeface="Source Sans Pro"/>
              </a:rPr>
              <a:t>P</a:t>
            </a:r>
            <a:r>
              <a:rPr i="0" lang="en-US" sz="4000" u="none" cap="none" strike="noStrike">
                <a:solidFill>
                  <a:schemeClr val="dk1"/>
                </a:solidFill>
                <a:latin typeface="Source Sans Pro"/>
                <a:ea typeface="Source Sans Pro"/>
                <a:cs typeface="Source Sans Pro"/>
                <a:sym typeface="Source Sans Pro"/>
              </a:rPr>
              <a:t>roposed </a:t>
            </a:r>
            <a:r>
              <a:rPr lang="en-US" sz="4000">
                <a:solidFill>
                  <a:schemeClr val="dk1"/>
                </a:solidFill>
                <a:latin typeface="Source Sans Pro"/>
                <a:ea typeface="Source Sans Pro"/>
                <a:cs typeface="Source Sans Pro"/>
                <a:sym typeface="Source Sans Pro"/>
              </a:rPr>
              <a:t>S</a:t>
            </a:r>
            <a:r>
              <a:rPr i="0" lang="en-US" sz="4000" u="none" cap="none" strike="noStrike">
                <a:solidFill>
                  <a:schemeClr val="dk1"/>
                </a:solidFill>
                <a:latin typeface="Source Sans Pro"/>
                <a:ea typeface="Source Sans Pro"/>
                <a:cs typeface="Source Sans Pro"/>
                <a:sym typeface="Source Sans Pro"/>
              </a:rPr>
              <a:t>olution</a:t>
            </a:r>
            <a:endParaRPr sz="4000">
              <a:solidFill>
                <a:schemeClr val="dk1"/>
              </a:solidFill>
              <a:latin typeface="Source Sans Pro"/>
              <a:ea typeface="Source Sans Pro"/>
              <a:cs typeface="Source Sans Pro"/>
              <a:sym typeface="Source Sans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0" name="Shape 110"/>
        <p:cNvGrpSpPr/>
        <p:nvPr/>
      </p:nvGrpSpPr>
      <p:grpSpPr>
        <a:xfrm>
          <a:off x="0" y="0"/>
          <a:ext cx="0" cy="0"/>
          <a:chOff x="0" y="0"/>
          <a:chExt cx="0" cy="0"/>
        </a:xfrm>
      </p:grpSpPr>
      <p:sp>
        <p:nvSpPr>
          <p:cNvPr id="111" name="Google Shape;111;p17"/>
          <p:cNvSpPr txBox="1"/>
          <p:nvPr>
            <p:ph idx="4294967295" type="body"/>
          </p:nvPr>
        </p:nvSpPr>
        <p:spPr>
          <a:xfrm>
            <a:off x="4374975" y="752026"/>
            <a:ext cx="7401600" cy="986400"/>
          </a:xfrm>
          <a:prstGeom prst="rect">
            <a:avLst/>
          </a:prstGeom>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lang="en-US" sz="1600">
                <a:solidFill>
                  <a:srgbClr val="000000"/>
                </a:solidFill>
                <a:latin typeface="Times New Roman"/>
                <a:ea typeface="Times New Roman"/>
                <a:cs typeface="Times New Roman"/>
                <a:sym typeface="Times New Roman"/>
              </a:rPr>
              <a:t> The cost of this project is very low compared to the competitors present in the market. The cost of the total project is given in form of a table.</a:t>
            </a:r>
            <a:endParaRPr sz="1600">
              <a:solidFill>
                <a:srgbClr val="000000"/>
              </a:solidFill>
              <a:latin typeface="Times New Roman"/>
              <a:ea typeface="Times New Roman"/>
              <a:cs typeface="Times New Roman"/>
              <a:sym typeface="Times New Roman"/>
            </a:endParaRPr>
          </a:p>
          <a:p>
            <a:pPr indent="0" lvl="0" marL="0" rtl="0" algn="l">
              <a:lnSpc>
                <a:spcPct val="115000"/>
              </a:lnSpc>
              <a:spcBef>
                <a:spcPts val="1000"/>
              </a:spcBef>
              <a:spcAft>
                <a:spcPts val="1000"/>
              </a:spcAft>
              <a:buNone/>
            </a:pPr>
            <a:r>
              <a:t/>
            </a:r>
            <a:endParaRPr sz="1600">
              <a:solidFill>
                <a:srgbClr val="000000"/>
              </a:solidFill>
              <a:latin typeface="Times New Roman"/>
              <a:ea typeface="Times New Roman"/>
              <a:cs typeface="Times New Roman"/>
              <a:sym typeface="Times New Roman"/>
            </a:endParaRPr>
          </a:p>
        </p:txBody>
      </p:sp>
      <p:graphicFrame>
        <p:nvGraphicFramePr>
          <p:cNvPr id="112" name="Google Shape;112;p17"/>
          <p:cNvGraphicFramePr/>
          <p:nvPr/>
        </p:nvGraphicFramePr>
        <p:xfrm>
          <a:off x="4374975" y="2079825"/>
          <a:ext cx="3000000" cy="3000000"/>
        </p:xfrm>
        <a:graphic>
          <a:graphicData uri="http://schemas.openxmlformats.org/drawingml/2006/table">
            <a:tbl>
              <a:tblPr bandRow="1">
                <a:noFill/>
                <a:tableStyleId>{5FB6D6A9-DEE3-4B2D-9D29-F451D09BC743}</a:tableStyleId>
              </a:tblPr>
              <a:tblGrid>
                <a:gridCol w="3558000"/>
                <a:gridCol w="3558000"/>
              </a:tblGrid>
              <a:tr h="238125">
                <a:tc>
                  <a:txBody>
                    <a:bodyPr>
                      <a:noAutofit/>
                    </a:bodyPr>
                    <a:lstStyle/>
                    <a:p>
                      <a:pPr indent="0" lvl="0" marL="0" rtl="0" algn="ctr">
                        <a:spcBef>
                          <a:spcPts val="0"/>
                        </a:spcBef>
                        <a:spcAft>
                          <a:spcPts val="0"/>
                        </a:spcAft>
                        <a:buNone/>
                      </a:pPr>
                      <a:r>
                        <a:rPr b="1" lang="en-US">
                          <a:latin typeface="Calibri"/>
                          <a:ea typeface="Calibri"/>
                          <a:cs typeface="Calibri"/>
                          <a:sym typeface="Calibri"/>
                        </a:rPr>
                        <a:t>COMPONENTS</a:t>
                      </a:r>
                      <a:endParaRPr b="1">
                        <a:latin typeface="Calibri"/>
                        <a:ea typeface="Calibri"/>
                        <a:cs typeface="Calibri"/>
                        <a:sym typeface="Calibri"/>
                      </a:endParaRPr>
                    </a:p>
                  </a:txBody>
                  <a:tcPr marT="0" marB="0" marR="68575" marL="68575"/>
                </a:tc>
                <a:tc>
                  <a:txBody>
                    <a:bodyPr>
                      <a:noAutofit/>
                    </a:bodyPr>
                    <a:lstStyle/>
                    <a:p>
                      <a:pPr indent="0" lvl="0" marL="0" rtl="0" algn="ctr">
                        <a:spcBef>
                          <a:spcPts val="0"/>
                        </a:spcBef>
                        <a:spcAft>
                          <a:spcPts val="0"/>
                        </a:spcAft>
                        <a:buNone/>
                      </a:pPr>
                      <a:r>
                        <a:rPr b="1" lang="en-US">
                          <a:latin typeface="Calibri"/>
                          <a:ea typeface="Calibri"/>
                          <a:cs typeface="Calibri"/>
                          <a:sym typeface="Calibri"/>
                        </a:rPr>
                        <a:t>PRICE</a:t>
                      </a:r>
                      <a:endParaRPr b="1">
                        <a:latin typeface="Calibri"/>
                        <a:ea typeface="Calibri"/>
                        <a:cs typeface="Calibri"/>
                        <a:sym typeface="Calibri"/>
                      </a:endParaRPr>
                    </a:p>
                  </a:txBody>
                  <a:tcPr marT="0" marB="0" marR="68575" marL="68575"/>
                </a:tc>
              </a:tr>
              <a:tr h="238525">
                <a:tc>
                  <a:txBody>
                    <a:bodyPr>
                      <a:noAutofit/>
                    </a:bodyPr>
                    <a:lstStyle/>
                    <a:p>
                      <a:pPr indent="0" lvl="0" marL="0" rtl="0" algn="ctr">
                        <a:spcBef>
                          <a:spcPts val="0"/>
                        </a:spcBef>
                        <a:spcAft>
                          <a:spcPts val="0"/>
                        </a:spcAft>
                        <a:buNone/>
                      </a:pPr>
                      <a:r>
                        <a:rPr lang="en-US">
                          <a:latin typeface="Calibri"/>
                          <a:ea typeface="Calibri"/>
                          <a:cs typeface="Calibri"/>
                          <a:sym typeface="Calibri"/>
                        </a:rPr>
                        <a:t>RASPBERRY PI</a:t>
                      </a:r>
                      <a:endParaRPr>
                        <a:latin typeface="Calibri"/>
                        <a:ea typeface="Calibri"/>
                        <a:cs typeface="Calibri"/>
                        <a:sym typeface="Calibri"/>
                      </a:endParaRPr>
                    </a:p>
                  </a:txBody>
                  <a:tcPr marT="0" marB="0" marR="68575" marL="68575"/>
                </a:tc>
                <a:tc>
                  <a:txBody>
                    <a:bodyPr>
                      <a:noAutofit/>
                    </a:bodyPr>
                    <a:lstStyle/>
                    <a:p>
                      <a:pPr indent="0" lvl="0" marL="0" rtl="0" algn="ctr">
                        <a:spcBef>
                          <a:spcPts val="0"/>
                        </a:spcBef>
                        <a:spcAft>
                          <a:spcPts val="0"/>
                        </a:spcAft>
                        <a:buNone/>
                      </a:pPr>
                      <a:r>
                        <a:rPr lang="en-US">
                          <a:latin typeface="Calibri"/>
                          <a:ea typeface="Calibri"/>
                          <a:cs typeface="Calibri"/>
                          <a:sym typeface="Calibri"/>
                        </a:rPr>
                        <a:t>3000₹-4000₹</a:t>
                      </a:r>
                      <a:endParaRPr>
                        <a:latin typeface="Calibri"/>
                        <a:ea typeface="Calibri"/>
                        <a:cs typeface="Calibri"/>
                        <a:sym typeface="Calibri"/>
                      </a:endParaRPr>
                    </a:p>
                  </a:txBody>
                  <a:tcPr marT="0" marB="0" marR="68575" marL="68575"/>
                </a:tc>
              </a:tr>
              <a:tr h="238525">
                <a:tc>
                  <a:txBody>
                    <a:bodyPr>
                      <a:noAutofit/>
                    </a:bodyPr>
                    <a:lstStyle/>
                    <a:p>
                      <a:pPr indent="0" lvl="0" marL="0" rtl="0" algn="ctr">
                        <a:spcBef>
                          <a:spcPts val="0"/>
                        </a:spcBef>
                        <a:spcAft>
                          <a:spcPts val="0"/>
                        </a:spcAft>
                        <a:buNone/>
                      </a:pPr>
                      <a:r>
                        <a:rPr lang="en-US">
                          <a:latin typeface="Calibri"/>
                          <a:ea typeface="Calibri"/>
                          <a:cs typeface="Calibri"/>
                          <a:sym typeface="Calibri"/>
                        </a:rPr>
                        <a:t>FINGERPRINT SCANNER</a:t>
                      </a:r>
                      <a:endParaRPr>
                        <a:latin typeface="Calibri"/>
                        <a:ea typeface="Calibri"/>
                        <a:cs typeface="Calibri"/>
                        <a:sym typeface="Calibri"/>
                      </a:endParaRPr>
                    </a:p>
                  </a:txBody>
                  <a:tcPr marT="0" marB="0" marR="68575" marL="68575"/>
                </a:tc>
                <a:tc>
                  <a:txBody>
                    <a:bodyPr>
                      <a:noAutofit/>
                    </a:bodyPr>
                    <a:lstStyle/>
                    <a:p>
                      <a:pPr indent="0" lvl="0" marL="0" rtl="0" algn="ctr">
                        <a:spcBef>
                          <a:spcPts val="0"/>
                        </a:spcBef>
                        <a:spcAft>
                          <a:spcPts val="0"/>
                        </a:spcAft>
                        <a:buNone/>
                      </a:pPr>
                      <a:r>
                        <a:rPr lang="en-US">
                          <a:latin typeface="Calibri"/>
                          <a:ea typeface="Calibri"/>
                          <a:cs typeface="Calibri"/>
                          <a:sym typeface="Calibri"/>
                        </a:rPr>
                        <a:t>1600₹-2400₹</a:t>
                      </a:r>
                      <a:endParaRPr>
                        <a:latin typeface="Calibri"/>
                        <a:ea typeface="Calibri"/>
                        <a:cs typeface="Calibri"/>
                        <a:sym typeface="Calibri"/>
                      </a:endParaRPr>
                    </a:p>
                  </a:txBody>
                  <a:tcPr marT="0" marB="0" marR="68575" marL="68575"/>
                </a:tc>
              </a:tr>
              <a:tr h="238525">
                <a:tc>
                  <a:txBody>
                    <a:bodyPr>
                      <a:noAutofit/>
                    </a:bodyPr>
                    <a:lstStyle/>
                    <a:p>
                      <a:pPr indent="0" lvl="0" marL="0" rtl="0" algn="ctr">
                        <a:spcBef>
                          <a:spcPts val="0"/>
                        </a:spcBef>
                        <a:spcAft>
                          <a:spcPts val="0"/>
                        </a:spcAft>
                        <a:buNone/>
                      </a:pPr>
                      <a:r>
                        <a:rPr lang="en-US">
                          <a:latin typeface="Calibri"/>
                          <a:ea typeface="Calibri"/>
                          <a:cs typeface="Calibri"/>
                          <a:sym typeface="Calibri"/>
                        </a:rPr>
                        <a:t>IP CAMERA</a:t>
                      </a:r>
                      <a:endParaRPr>
                        <a:latin typeface="Calibri"/>
                        <a:ea typeface="Calibri"/>
                        <a:cs typeface="Calibri"/>
                        <a:sym typeface="Calibri"/>
                      </a:endParaRPr>
                    </a:p>
                  </a:txBody>
                  <a:tcPr marT="0" marB="0" marR="68575" marL="68575"/>
                </a:tc>
                <a:tc>
                  <a:txBody>
                    <a:bodyPr>
                      <a:noAutofit/>
                    </a:bodyPr>
                    <a:lstStyle/>
                    <a:p>
                      <a:pPr indent="0" lvl="0" marL="0" rtl="0" algn="ctr">
                        <a:spcBef>
                          <a:spcPts val="0"/>
                        </a:spcBef>
                        <a:spcAft>
                          <a:spcPts val="0"/>
                        </a:spcAft>
                        <a:buNone/>
                      </a:pPr>
                      <a:r>
                        <a:rPr lang="en-US">
                          <a:latin typeface="Calibri"/>
                          <a:ea typeface="Calibri"/>
                          <a:cs typeface="Calibri"/>
                          <a:sym typeface="Calibri"/>
                        </a:rPr>
                        <a:t>800₹-1500₹</a:t>
                      </a:r>
                      <a:endParaRPr>
                        <a:latin typeface="Calibri"/>
                        <a:ea typeface="Calibri"/>
                        <a:cs typeface="Calibri"/>
                        <a:sym typeface="Calibri"/>
                      </a:endParaRPr>
                    </a:p>
                  </a:txBody>
                  <a:tcPr marT="0" marB="0" marR="68575" marL="68575"/>
                </a:tc>
              </a:tr>
              <a:tr h="238525">
                <a:tc>
                  <a:txBody>
                    <a:bodyPr>
                      <a:noAutofit/>
                    </a:bodyPr>
                    <a:lstStyle/>
                    <a:p>
                      <a:pPr indent="0" lvl="0" marL="0" rtl="0" algn="ctr">
                        <a:spcBef>
                          <a:spcPts val="0"/>
                        </a:spcBef>
                        <a:spcAft>
                          <a:spcPts val="0"/>
                        </a:spcAft>
                        <a:buNone/>
                      </a:pPr>
                      <a:r>
                        <a:rPr lang="en-US">
                          <a:latin typeface="Calibri"/>
                          <a:ea typeface="Calibri"/>
                          <a:cs typeface="Calibri"/>
                          <a:sym typeface="Calibri"/>
                        </a:rPr>
                        <a:t>IR CAMERA</a:t>
                      </a:r>
                      <a:endParaRPr>
                        <a:latin typeface="Calibri"/>
                        <a:ea typeface="Calibri"/>
                        <a:cs typeface="Calibri"/>
                        <a:sym typeface="Calibri"/>
                      </a:endParaRPr>
                    </a:p>
                  </a:txBody>
                  <a:tcPr marT="0" marB="0" marR="68575" marL="68575"/>
                </a:tc>
                <a:tc>
                  <a:txBody>
                    <a:bodyPr>
                      <a:noAutofit/>
                    </a:bodyPr>
                    <a:lstStyle/>
                    <a:p>
                      <a:pPr indent="0" lvl="0" marL="0" rtl="0" algn="ctr">
                        <a:spcBef>
                          <a:spcPts val="0"/>
                        </a:spcBef>
                        <a:spcAft>
                          <a:spcPts val="0"/>
                        </a:spcAft>
                        <a:buNone/>
                      </a:pPr>
                      <a:r>
                        <a:rPr lang="en-US">
                          <a:latin typeface="Calibri"/>
                          <a:ea typeface="Calibri"/>
                          <a:cs typeface="Calibri"/>
                          <a:sym typeface="Calibri"/>
                        </a:rPr>
                        <a:t>1000₹-1500₹</a:t>
                      </a:r>
                      <a:endParaRPr>
                        <a:latin typeface="Calibri"/>
                        <a:ea typeface="Calibri"/>
                        <a:cs typeface="Calibri"/>
                        <a:sym typeface="Calibri"/>
                      </a:endParaRPr>
                    </a:p>
                  </a:txBody>
                  <a:tcPr marT="0" marB="0" marR="68575" marL="68575"/>
                </a:tc>
              </a:tr>
              <a:tr h="238525">
                <a:tc>
                  <a:txBody>
                    <a:bodyPr>
                      <a:noAutofit/>
                    </a:bodyPr>
                    <a:lstStyle/>
                    <a:p>
                      <a:pPr indent="0" lvl="0" marL="0" rtl="0" algn="ctr">
                        <a:spcBef>
                          <a:spcPts val="0"/>
                        </a:spcBef>
                        <a:spcAft>
                          <a:spcPts val="0"/>
                        </a:spcAft>
                        <a:buNone/>
                      </a:pPr>
                      <a:r>
                        <a:rPr lang="en-US">
                          <a:latin typeface="Calibri"/>
                          <a:ea typeface="Calibri"/>
                          <a:cs typeface="Calibri"/>
                          <a:sym typeface="Calibri"/>
                        </a:rPr>
                        <a:t>MICROPHONE</a:t>
                      </a:r>
                      <a:endParaRPr>
                        <a:latin typeface="Calibri"/>
                        <a:ea typeface="Calibri"/>
                        <a:cs typeface="Calibri"/>
                        <a:sym typeface="Calibri"/>
                      </a:endParaRPr>
                    </a:p>
                  </a:txBody>
                  <a:tcPr marT="0" marB="0" marR="68575" marL="68575"/>
                </a:tc>
                <a:tc>
                  <a:txBody>
                    <a:bodyPr>
                      <a:noAutofit/>
                    </a:bodyPr>
                    <a:lstStyle/>
                    <a:p>
                      <a:pPr indent="0" lvl="0" marL="0" rtl="0" algn="ctr">
                        <a:spcBef>
                          <a:spcPts val="0"/>
                        </a:spcBef>
                        <a:spcAft>
                          <a:spcPts val="0"/>
                        </a:spcAft>
                        <a:buNone/>
                      </a:pPr>
                      <a:r>
                        <a:rPr lang="en-US">
                          <a:latin typeface="Calibri"/>
                          <a:ea typeface="Calibri"/>
                          <a:cs typeface="Calibri"/>
                          <a:sym typeface="Calibri"/>
                        </a:rPr>
                        <a:t>120₹-500₹</a:t>
                      </a:r>
                      <a:endParaRPr>
                        <a:latin typeface="Calibri"/>
                        <a:ea typeface="Calibri"/>
                        <a:cs typeface="Calibri"/>
                        <a:sym typeface="Calibri"/>
                      </a:endParaRPr>
                    </a:p>
                  </a:txBody>
                  <a:tcPr marT="0" marB="0" marR="68575" marL="68575"/>
                </a:tc>
              </a:tr>
              <a:tr h="238525">
                <a:tc>
                  <a:txBody>
                    <a:bodyPr>
                      <a:noAutofit/>
                    </a:bodyPr>
                    <a:lstStyle/>
                    <a:p>
                      <a:pPr indent="0" lvl="0" marL="0" rtl="0" algn="ctr">
                        <a:spcBef>
                          <a:spcPts val="0"/>
                        </a:spcBef>
                        <a:spcAft>
                          <a:spcPts val="0"/>
                        </a:spcAft>
                        <a:buNone/>
                      </a:pPr>
                      <a:r>
                        <a:rPr lang="en-US">
                          <a:latin typeface="Calibri"/>
                          <a:ea typeface="Calibri"/>
                          <a:cs typeface="Calibri"/>
                          <a:sym typeface="Calibri"/>
                        </a:rPr>
                        <a:t>RELAY SWITCH</a:t>
                      </a:r>
                      <a:endParaRPr>
                        <a:latin typeface="Calibri"/>
                        <a:ea typeface="Calibri"/>
                        <a:cs typeface="Calibri"/>
                        <a:sym typeface="Calibri"/>
                      </a:endParaRPr>
                    </a:p>
                  </a:txBody>
                  <a:tcPr marT="0" marB="0" marR="68575" marL="68575"/>
                </a:tc>
                <a:tc>
                  <a:txBody>
                    <a:bodyPr>
                      <a:noAutofit/>
                    </a:bodyPr>
                    <a:lstStyle/>
                    <a:p>
                      <a:pPr indent="0" lvl="0" marL="0" rtl="0" algn="ctr">
                        <a:spcBef>
                          <a:spcPts val="0"/>
                        </a:spcBef>
                        <a:spcAft>
                          <a:spcPts val="0"/>
                        </a:spcAft>
                        <a:buNone/>
                      </a:pPr>
                      <a:r>
                        <a:rPr lang="en-US">
                          <a:latin typeface="Calibri"/>
                          <a:ea typeface="Calibri"/>
                          <a:cs typeface="Calibri"/>
                          <a:sym typeface="Calibri"/>
                        </a:rPr>
                        <a:t>300₹-500₹</a:t>
                      </a:r>
                      <a:endParaRPr>
                        <a:latin typeface="Calibri"/>
                        <a:ea typeface="Calibri"/>
                        <a:cs typeface="Calibri"/>
                        <a:sym typeface="Calibri"/>
                      </a:endParaRPr>
                    </a:p>
                  </a:txBody>
                  <a:tcPr marT="0" marB="0" marR="68575" marL="68575"/>
                </a:tc>
              </a:tr>
              <a:tr h="238525">
                <a:tc>
                  <a:txBody>
                    <a:bodyPr>
                      <a:noAutofit/>
                    </a:bodyPr>
                    <a:lstStyle/>
                    <a:p>
                      <a:pPr indent="0" lvl="0" marL="0" rtl="0" algn="ctr">
                        <a:spcBef>
                          <a:spcPts val="0"/>
                        </a:spcBef>
                        <a:spcAft>
                          <a:spcPts val="0"/>
                        </a:spcAft>
                        <a:buNone/>
                      </a:pPr>
                      <a:r>
                        <a:rPr b="1" lang="en-US">
                          <a:latin typeface="Calibri"/>
                          <a:ea typeface="Calibri"/>
                          <a:cs typeface="Calibri"/>
                          <a:sym typeface="Calibri"/>
                        </a:rPr>
                        <a:t>TOTAL</a:t>
                      </a:r>
                      <a:endParaRPr b="1">
                        <a:latin typeface="Calibri"/>
                        <a:ea typeface="Calibri"/>
                        <a:cs typeface="Calibri"/>
                        <a:sym typeface="Calibri"/>
                      </a:endParaRPr>
                    </a:p>
                  </a:txBody>
                  <a:tcPr marT="0" marB="0" marR="68575" marL="68575"/>
                </a:tc>
                <a:tc>
                  <a:txBody>
                    <a:bodyPr>
                      <a:noAutofit/>
                    </a:bodyPr>
                    <a:lstStyle/>
                    <a:p>
                      <a:pPr indent="0" lvl="0" marL="0" rtl="0" algn="ctr">
                        <a:spcBef>
                          <a:spcPts val="0"/>
                        </a:spcBef>
                        <a:spcAft>
                          <a:spcPts val="0"/>
                        </a:spcAft>
                        <a:buNone/>
                      </a:pPr>
                      <a:r>
                        <a:rPr b="1" lang="en-US">
                          <a:latin typeface="Calibri"/>
                          <a:ea typeface="Calibri"/>
                          <a:cs typeface="Calibri"/>
                          <a:sym typeface="Calibri"/>
                        </a:rPr>
                        <a:t>6820₹-10400₹</a:t>
                      </a:r>
                      <a:endParaRPr b="1">
                        <a:latin typeface="Calibri"/>
                        <a:ea typeface="Calibri"/>
                        <a:cs typeface="Calibri"/>
                        <a:sym typeface="Calibri"/>
                      </a:endParaRPr>
                    </a:p>
                  </a:txBody>
                  <a:tcPr marT="0" marB="0" marR="68575" marL="68575"/>
                </a:tc>
              </a:tr>
            </a:tbl>
          </a:graphicData>
        </a:graphic>
      </p:graphicFrame>
      <p:sp>
        <p:nvSpPr>
          <p:cNvPr id="113" name="Google Shape;113;p17"/>
          <p:cNvSpPr txBox="1"/>
          <p:nvPr/>
        </p:nvSpPr>
        <p:spPr>
          <a:xfrm>
            <a:off x="4374975" y="2960200"/>
            <a:ext cx="30000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600">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a:p>
            <a:pPr indent="0" lvl="0" marL="0" rtl="0" algn="l">
              <a:lnSpc>
                <a:spcPct val="115000"/>
              </a:lnSpc>
              <a:spcBef>
                <a:spcPts val="1000"/>
              </a:spcBef>
              <a:spcAft>
                <a:spcPts val="1000"/>
              </a:spcAft>
              <a:buNone/>
            </a:pPr>
            <a:r>
              <a:t/>
            </a:r>
            <a:endParaRPr sz="1600">
              <a:latin typeface="Times New Roman"/>
              <a:ea typeface="Times New Roman"/>
              <a:cs typeface="Times New Roman"/>
              <a:sym typeface="Times New Roman"/>
            </a:endParaRPr>
          </a:p>
        </p:txBody>
      </p:sp>
      <p:sp>
        <p:nvSpPr>
          <p:cNvPr id="114" name="Google Shape;114;p17"/>
          <p:cNvSpPr txBox="1"/>
          <p:nvPr/>
        </p:nvSpPr>
        <p:spPr>
          <a:xfrm>
            <a:off x="4374975" y="3667760"/>
            <a:ext cx="7116000" cy="2787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000"/>
              </a:spcAft>
              <a:buNone/>
            </a:pPr>
            <a:r>
              <a:rPr lang="en-US" sz="1600">
                <a:latin typeface="Times New Roman"/>
                <a:ea typeface="Times New Roman"/>
                <a:cs typeface="Times New Roman"/>
                <a:sym typeface="Times New Roman"/>
              </a:rPr>
              <a:t>Now if you take a look at the graph we can see that the profit margin of the competitors is higher than that of us but the competitors have implemented only one of the biometric concept (like either voice recognition or facial recognition or retina scanning), but if you consider our project we have combined all of the biometric concepts and implemented it into a single project and still we earn some profit and the cost is low for our government too.</a:t>
            </a:r>
            <a:endParaRPr/>
          </a:p>
        </p:txBody>
      </p:sp>
      <p:sp>
        <p:nvSpPr>
          <p:cNvPr id="115" name="Google Shape;115;p17"/>
          <p:cNvSpPr/>
          <p:nvPr/>
        </p:nvSpPr>
        <p:spPr>
          <a:xfrm>
            <a:off x="0" y="2700"/>
            <a:ext cx="4056900" cy="6852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7"/>
          <p:cNvSpPr txBox="1"/>
          <p:nvPr>
            <p:ph idx="4294967295" type="title"/>
          </p:nvPr>
        </p:nvSpPr>
        <p:spPr>
          <a:xfrm>
            <a:off x="378800" y="410631"/>
            <a:ext cx="3306300" cy="16692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US"/>
              <a:t>Financial Feasibility</a:t>
            </a:r>
            <a:endParaRPr/>
          </a:p>
        </p:txBody>
      </p:sp>
      <p:pic>
        <p:nvPicPr>
          <p:cNvPr id="117" name="Google Shape;117;p17"/>
          <p:cNvPicPr preferRelativeResize="0"/>
          <p:nvPr/>
        </p:nvPicPr>
        <p:blipFill>
          <a:blip r:embed="rId3">
            <a:alphaModFix/>
          </a:blip>
          <a:stretch>
            <a:fillRect/>
          </a:stretch>
        </p:blipFill>
        <p:spPr>
          <a:xfrm>
            <a:off x="0" y="2556475"/>
            <a:ext cx="4056900" cy="2787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984613" y="624000"/>
            <a:ext cx="9601200" cy="1485900"/>
          </a:xfrm>
          <a:prstGeom prst="rect">
            <a:avLst/>
          </a:prstGeom>
          <a:noFill/>
          <a:ln>
            <a:noFill/>
          </a:ln>
        </p:spPr>
        <p:txBody>
          <a:bodyPr anchorCtr="0" anchor="t" bIns="45700" lIns="91425" spcFirstLastPara="1" rIns="91425" wrap="square" tIns="45700">
            <a:noAutofit/>
          </a:bodyPr>
          <a:lstStyle/>
          <a:p>
            <a:pPr indent="0" lvl="0" marL="0" marR="0" rtl="0" algn="l">
              <a:lnSpc>
                <a:spcPct val="89000"/>
              </a:lnSpc>
              <a:spcBef>
                <a:spcPts val="0"/>
              </a:spcBef>
              <a:spcAft>
                <a:spcPts val="0"/>
              </a:spcAft>
              <a:buClr>
                <a:schemeClr val="dk2"/>
              </a:buClr>
              <a:buSzPts val="4400"/>
              <a:buFont typeface="Source Sans Pro"/>
              <a:buNone/>
            </a:pPr>
            <a:r>
              <a:rPr b="0" i="0" lang="en-US" sz="4400" u="none" cap="none" strike="noStrike">
                <a:solidFill>
                  <a:schemeClr val="dk2"/>
                </a:solidFill>
                <a:latin typeface="Source Sans Pro"/>
                <a:ea typeface="Source Sans Pro"/>
                <a:cs typeface="Source Sans Pro"/>
                <a:sym typeface="Source Sans Pro"/>
              </a:rPr>
              <a:t>Flowchart</a:t>
            </a:r>
            <a:endParaRPr b="0" i="0" sz="4400" u="none" cap="none" strike="noStrike">
              <a:solidFill>
                <a:schemeClr val="dk2"/>
              </a:solidFill>
              <a:latin typeface="Source Sans Pro"/>
              <a:ea typeface="Source Sans Pro"/>
              <a:cs typeface="Source Sans Pro"/>
              <a:sym typeface="Source Sans Pro"/>
            </a:endParaRPr>
          </a:p>
        </p:txBody>
      </p:sp>
      <p:pic>
        <p:nvPicPr>
          <p:cNvPr id="123" name="Google Shape;123;p18"/>
          <p:cNvPicPr preferRelativeResize="0"/>
          <p:nvPr/>
        </p:nvPicPr>
        <p:blipFill rotWithShape="1">
          <a:blip r:embed="rId3">
            <a:alphaModFix/>
          </a:blip>
          <a:srcRect b="0" l="0" r="0" t="0"/>
          <a:stretch/>
        </p:blipFill>
        <p:spPr>
          <a:xfrm>
            <a:off x="784675" y="1761582"/>
            <a:ext cx="10001084" cy="451000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378800" y="410633"/>
            <a:ext cx="3306300" cy="5691600"/>
          </a:xfrm>
          <a:prstGeom prst="rect">
            <a:avLst/>
          </a:prstGeom>
        </p:spPr>
        <p:txBody>
          <a:bodyPr anchorCtr="0" anchor="t" bIns="121900" lIns="121900" spcFirstLastPara="1" rIns="121900" wrap="square" tIns="121900">
            <a:noAutofit/>
          </a:bodyPr>
          <a:lstStyle/>
          <a:p>
            <a:pPr indent="0" lvl="0" marL="0" marR="0" rtl="0" algn="l">
              <a:spcBef>
                <a:spcPts val="0"/>
              </a:spcBef>
              <a:spcAft>
                <a:spcPts val="0"/>
              </a:spcAft>
              <a:buNone/>
            </a:pPr>
            <a:r>
              <a:rPr b="0" i="0" lang="en-US" u="none" cap="none" strike="noStrike"/>
              <a:t>Technology Stack</a:t>
            </a:r>
            <a:endParaRPr/>
          </a:p>
        </p:txBody>
      </p:sp>
      <p:sp>
        <p:nvSpPr>
          <p:cNvPr id="129" name="Google Shape;129;p19"/>
          <p:cNvSpPr txBox="1"/>
          <p:nvPr>
            <p:ph idx="1" type="body"/>
          </p:nvPr>
        </p:nvSpPr>
        <p:spPr>
          <a:xfrm>
            <a:off x="4508125" y="410624"/>
            <a:ext cx="7268400" cy="6079500"/>
          </a:xfrm>
          <a:prstGeom prst="rect">
            <a:avLst/>
          </a:prstGeom>
        </p:spPr>
        <p:txBody>
          <a:bodyPr anchorCtr="0" anchor="t" bIns="121900" lIns="121900" spcFirstLastPara="1" rIns="121900" wrap="square" tIns="121900">
            <a:noAutofit/>
          </a:bodyPr>
          <a:lstStyle/>
          <a:p>
            <a:pPr indent="0" lvl="0" marL="0" marR="0" rtl="0" algn="l">
              <a:spcBef>
                <a:spcPts val="0"/>
              </a:spcBef>
              <a:spcAft>
                <a:spcPts val="0"/>
              </a:spcAft>
              <a:buNone/>
            </a:pPr>
            <a:r>
              <a:rPr b="1" i="0" lang="en-US" u="none" cap="none" strike="noStrike"/>
              <a:t>Front end:</a:t>
            </a:r>
            <a:endParaRPr/>
          </a:p>
          <a:p>
            <a:pPr indent="-409447" lvl="0" marL="384048" marR="0" rtl="0" algn="l">
              <a:spcBef>
                <a:spcPts val="2100"/>
              </a:spcBef>
              <a:spcAft>
                <a:spcPts val="0"/>
              </a:spcAft>
              <a:buSzPts val="2400"/>
              <a:buChar char="■"/>
            </a:pPr>
            <a:r>
              <a:rPr b="0" i="0" lang="en-US" u="none" cap="none" strike="noStrike"/>
              <a:t>HTML5/CSS3</a:t>
            </a:r>
            <a:endParaRPr/>
          </a:p>
          <a:p>
            <a:pPr indent="-409447" lvl="0" marL="384048" marR="0" rtl="0" algn="l">
              <a:spcBef>
                <a:spcPts val="2100"/>
              </a:spcBef>
              <a:spcAft>
                <a:spcPts val="0"/>
              </a:spcAft>
              <a:buSzPts val="2400"/>
              <a:buChar char="■"/>
            </a:pPr>
            <a:r>
              <a:rPr b="0" i="0" lang="en-US" u="none" cap="none" strike="noStrike"/>
              <a:t>Javascript</a:t>
            </a:r>
            <a:endParaRPr b="0" i="0" u="none" cap="none" strike="noStrike"/>
          </a:p>
          <a:p>
            <a:pPr indent="-409447" lvl="0" marL="384048" marR="0" rtl="0" algn="l">
              <a:spcBef>
                <a:spcPts val="2100"/>
              </a:spcBef>
              <a:spcAft>
                <a:spcPts val="0"/>
              </a:spcAft>
              <a:buSzPts val="2400"/>
              <a:buChar char="■"/>
            </a:pPr>
            <a:r>
              <a:rPr b="0" i="0" lang="en-US" u="none" cap="none" strike="noStrike"/>
              <a:t>Ionic</a:t>
            </a:r>
            <a:endParaRPr/>
          </a:p>
          <a:p>
            <a:pPr indent="0" lvl="0" marL="0" marR="0" rtl="0" algn="l">
              <a:spcBef>
                <a:spcPts val="2100"/>
              </a:spcBef>
              <a:spcAft>
                <a:spcPts val="0"/>
              </a:spcAft>
              <a:buNone/>
            </a:pPr>
            <a:r>
              <a:rPr b="1" i="0" lang="en-US" u="none" cap="none" strike="noStrike"/>
              <a:t>Back end:</a:t>
            </a:r>
            <a:endParaRPr/>
          </a:p>
          <a:p>
            <a:pPr indent="-409447" lvl="0" marL="384048" marR="0" rtl="0" algn="l">
              <a:spcBef>
                <a:spcPts val="2100"/>
              </a:spcBef>
              <a:spcAft>
                <a:spcPts val="0"/>
              </a:spcAft>
              <a:buSzPts val="2400"/>
              <a:buChar char="■"/>
            </a:pPr>
            <a:r>
              <a:rPr b="0" i="0" lang="en-US" u="none" cap="none" strike="noStrike"/>
              <a:t>C</a:t>
            </a:r>
            <a:r>
              <a:rPr lang="en-US"/>
              <a:t>/</a:t>
            </a:r>
            <a:r>
              <a:rPr b="0" i="0" lang="en-US" u="none" cap="none" strike="noStrike"/>
              <a:t>C++</a:t>
            </a:r>
            <a:endParaRPr b="0" i="0" u="none" cap="none" strike="noStrike"/>
          </a:p>
          <a:p>
            <a:pPr indent="-409447" lvl="0" marL="384048" marR="0" rtl="0" algn="l">
              <a:spcBef>
                <a:spcPts val="2100"/>
              </a:spcBef>
              <a:spcAft>
                <a:spcPts val="0"/>
              </a:spcAft>
              <a:buSzPts val="2400"/>
              <a:buChar char="■"/>
            </a:pPr>
            <a:r>
              <a:rPr lang="en-US"/>
              <a:t>Python</a:t>
            </a:r>
            <a:endParaRPr/>
          </a:p>
          <a:p>
            <a:pPr indent="-409447" lvl="0" marL="384048" marR="0" rtl="0" algn="l">
              <a:spcBef>
                <a:spcPts val="2100"/>
              </a:spcBef>
              <a:spcAft>
                <a:spcPts val="0"/>
              </a:spcAft>
              <a:buSzPts val="2400"/>
              <a:buChar char="■"/>
            </a:pPr>
            <a:r>
              <a:rPr b="0" i="0" lang="en-US" u="none" cap="none" strike="noStrike"/>
              <a:t>Mongo DB</a:t>
            </a:r>
            <a:endParaRPr b="0" i="0" u="none" cap="none" strike="noStrike"/>
          </a:p>
          <a:p>
            <a:pPr indent="-409447" lvl="0" marL="384048" marR="0" rtl="0" algn="l">
              <a:spcBef>
                <a:spcPts val="2100"/>
              </a:spcBef>
              <a:spcAft>
                <a:spcPts val="2100"/>
              </a:spcAft>
              <a:buSzPts val="2400"/>
              <a:buChar char="■"/>
            </a:pPr>
            <a:r>
              <a:rPr lang="en-US"/>
              <a:t>TENSOR FLOW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1564700" y="630275"/>
            <a:ext cx="9601200" cy="1485900"/>
          </a:xfrm>
          <a:prstGeom prst="rect">
            <a:avLst/>
          </a:prstGeom>
          <a:noFill/>
          <a:ln>
            <a:noFill/>
          </a:ln>
        </p:spPr>
        <p:txBody>
          <a:bodyPr anchorCtr="0" anchor="t" bIns="45700" lIns="91425" spcFirstLastPara="1" rIns="91425" wrap="square" tIns="45700">
            <a:noAutofit/>
          </a:bodyPr>
          <a:lstStyle/>
          <a:p>
            <a:pPr indent="0" lvl="0" marL="0" marR="0" rtl="0" algn="l">
              <a:lnSpc>
                <a:spcPct val="89000"/>
              </a:lnSpc>
              <a:spcBef>
                <a:spcPts val="0"/>
              </a:spcBef>
              <a:spcAft>
                <a:spcPts val="0"/>
              </a:spcAft>
              <a:buClr>
                <a:schemeClr val="dk2"/>
              </a:buClr>
              <a:buSzPts val="4400"/>
              <a:buFont typeface="Source Sans Pro"/>
              <a:buNone/>
            </a:pPr>
            <a:r>
              <a:rPr b="0" i="0" lang="en-US" sz="4000" u="none" cap="none" strike="noStrike">
                <a:solidFill>
                  <a:schemeClr val="dk2"/>
                </a:solidFill>
                <a:latin typeface="Source Sans Pro"/>
                <a:ea typeface="Source Sans Pro"/>
                <a:cs typeface="Source Sans Pro"/>
                <a:sym typeface="Source Sans Pro"/>
              </a:rPr>
              <a:t>Design(for client)</a:t>
            </a:r>
            <a:endParaRPr b="0" i="0" sz="4000" u="none" cap="none" strike="noStrike">
              <a:solidFill>
                <a:schemeClr val="dk2"/>
              </a:solidFill>
              <a:latin typeface="Source Sans Pro"/>
              <a:ea typeface="Source Sans Pro"/>
              <a:cs typeface="Source Sans Pro"/>
              <a:sym typeface="Source Sans Pro"/>
            </a:endParaRPr>
          </a:p>
        </p:txBody>
      </p:sp>
      <p:pic>
        <p:nvPicPr>
          <p:cNvPr id="135" name="Google Shape;135;p20"/>
          <p:cNvPicPr preferRelativeResize="0"/>
          <p:nvPr/>
        </p:nvPicPr>
        <p:blipFill rotWithShape="1">
          <a:blip r:embed="rId3">
            <a:alphaModFix/>
          </a:blip>
          <a:srcRect b="0" l="0" r="0" t="0"/>
          <a:stretch/>
        </p:blipFill>
        <p:spPr>
          <a:xfrm>
            <a:off x="1564704" y="2116173"/>
            <a:ext cx="2376870" cy="4207565"/>
          </a:xfrm>
          <a:prstGeom prst="rect">
            <a:avLst/>
          </a:prstGeom>
          <a:noFill/>
          <a:ln>
            <a:noFill/>
          </a:ln>
        </p:spPr>
      </p:pic>
      <p:pic>
        <p:nvPicPr>
          <p:cNvPr id="136" name="Google Shape;136;p20"/>
          <p:cNvPicPr preferRelativeResize="0"/>
          <p:nvPr/>
        </p:nvPicPr>
        <p:blipFill rotWithShape="1">
          <a:blip r:embed="rId4">
            <a:alphaModFix/>
          </a:blip>
          <a:srcRect b="0" l="0" r="0" t="0"/>
          <a:stretch/>
        </p:blipFill>
        <p:spPr>
          <a:xfrm>
            <a:off x="8461949" y="1980229"/>
            <a:ext cx="2510851" cy="4479452"/>
          </a:xfrm>
          <a:prstGeom prst="rect">
            <a:avLst/>
          </a:prstGeom>
          <a:noFill/>
          <a:ln>
            <a:noFill/>
          </a:ln>
        </p:spPr>
      </p:pic>
      <p:pic>
        <p:nvPicPr>
          <p:cNvPr id="137" name="Google Shape;137;p20"/>
          <p:cNvPicPr preferRelativeResize="0"/>
          <p:nvPr/>
        </p:nvPicPr>
        <p:blipFill rotWithShape="1">
          <a:blip r:embed="rId5">
            <a:alphaModFix/>
          </a:blip>
          <a:srcRect b="0" l="0" r="0" t="0"/>
          <a:stretch/>
        </p:blipFill>
        <p:spPr>
          <a:xfrm>
            <a:off x="4890694" y="2116173"/>
            <a:ext cx="2423231" cy="426309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1371600" y="257525"/>
            <a:ext cx="9601200" cy="1485900"/>
          </a:xfrm>
          <a:prstGeom prst="rect">
            <a:avLst/>
          </a:prstGeom>
          <a:noFill/>
          <a:ln>
            <a:noFill/>
          </a:ln>
        </p:spPr>
        <p:txBody>
          <a:bodyPr anchorCtr="0" anchor="t" bIns="45700" lIns="91425" spcFirstLastPara="1" rIns="91425" wrap="square" tIns="45700">
            <a:noAutofit/>
          </a:bodyPr>
          <a:lstStyle/>
          <a:p>
            <a:pPr indent="0" lvl="0" marL="0" marR="0" rtl="0" algn="l">
              <a:lnSpc>
                <a:spcPct val="89000"/>
              </a:lnSpc>
              <a:spcBef>
                <a:spcPts val="0"/>
              </a:spcBef>
              <a:spcAft>
                <a:spcPts val="0"/>
              </a:spcAft>
              <a:buClr>
                <a:schemeClr val="dk2"/>
              </a:buClr>
              <a:buSzPts val="4400"/>
              <a:buFont typeface="Source Sans Pro"/>
              <a:buNone/>
            </a:pPr>
            <a:r>
              <a:rPr b="0" i="0" lang="en-US" sz="4400" u="none" cap="none" strike="noStrike">
                <a:solidFill>
                  <a:schemeClr val="dk2"/>
                </a:solidFill>
                <a:latin typeface="Source Sans Pro"/>
                <a:ea typeface="Source Sans Pro"/>
                <a:cs typeface="Source Sans Pro"/>
                <a:sym typeface="Source Sans Pro"/>
              </a:rPr>
              <a:t>Available platforms(To </a:t>
            </a:r>
            <a:r>
              <a:rPr lang="en-US"/>
              <a:t>send alerts and password)</a:t>
            </a:r>
            <a:endParaRPr/>
          </a:p>
        </p:txBody>
      </p:sp>
      <p:pic>
        <p:nvPicPr>
          <p:cNvPr id="143" name="Google Shape;143;p21"/>
          <p:cNvPicPr preferRelativeResize="0"/>
          <p:nvPr/>
        </p:nvPicPr>
        <p:blipFill rotWithShape="1">
          <a:blip r:embed="rId3">
            <a:alphaModFix/>
          </a:blip>
          <a:srcRect b="0" l="0" r="0" t="0"/>
          <a:stretch/>
        </p:blipFill>
        <p:spPr>
          <a:xfrm>
            <a:off x="4791737" y="2725180"/>
            <a:ext cx="1880676" cy="1880676"/>
          </a:xfrm>
          <a:prstGeom prst="rect">
            <a:avLst/>
          </a:prstGeom>
          <a:noFill/>
          <a:ln>
            <a:noFill/>
          </a:ln>
        </p:spPr>
      </p:pic>
      <p:sp>
        <p:nvSpPr>
          <p:cNvPr id="144" name="Google Shape;144;p21"/>
          <p:cNvSpPr txBox="1"/>
          <p:nvPr/>
        </p:nvSpPr>
        <p:spPr>
          <a:xfrm>
            <a:off x="2378348" y="5122211"/>
            <a:ext cx="5148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Source Sans Pro"/>
                <a:ea typeface="Source Sans Pro"/>
                <a:cs typeface="Source Sans Pro"/>
                <a:sym typeface="Source Sans Pro"/>
              </a:rPr>
              <a:t>iOS</a:t>
            </a:r>
            <a:endParaRPr sz="1800">
              <a:solidFill>
                <a:schemeClr val="dk1"/>
              </a:solidFill>
              <a:latin typeface="Source Sans Pro"/>
              <a:ea typeface="Source Sans Pro"/>
              <a:cs typeface="Source Sans Pro"/>
              <a:sym typeface="Source Sans Pro"/>
            </a:endParaRPr>
          </a:p>
        </p:txBody>
      </p:sp>
      <p:sp>
        <p:nvSpPr>
          <p:cNvPr id="145" name="Google Shape;145;p21"/>
          <p:cNvSpPr txBox="1"/>
          <p:nvPr/>
        </p:nvSpPr>
        <p:spPr>
          <a:xfrm>
            <a:off x="9136906" y="5122193"/>
            <a:ext cx="987514"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Source Sans Pro"/>
                <a:ea typeface="Source Sans Pro"/>
                <a:cs typeface="Source Sans Pro"/>
                <a:sym typeface="Source Sans Pro"/>
              </a:rPr>
              <a:t>Desktop</a:t>
            </a:r>
            <a:endParaRPr sz="1800">
              <a:solidFill>
                <a:schemeClr val="dk1"/>
              </a:solidFill>
              <a:latin typeface="Source Sans Pro"/>
              <a:ea typeface="Source Sans Pro"/>
              <a:cs typeface="Source Sans Pro"/>
              <a:sym typeface="Source Sans Pro"/>
            </a:endParaRPr>
          </a:p>
        </p:txBody>
      </p:sp>
      <p:pic>
        <p:nvPicPr>
          <p:cNvPr id="146" name="Google Shape;146;p21"/>
          <p:cNvPicPr preferRelativeResize="0"/>
          <p:nvPr/>
        </p:nvPicPr>
        <p:blipFill rotWithShape="1">
          <a:blip r:embed="rId4">
            <a:alphaModFix/>
          </a:blip>
          <a:srcRect b="0" l="0" r="0" t="0"/>
          <a:stretch/>
        </p:blipFill>
        <p:spPr>
          <a:xfrm>
            <a:off x="7888050" y="2725180"/>
            <a:ext cx="3485226" cy="2122363"/>
          </a:xfrm>
          <a:prstGeom prst="rect">
            <a:avLst/>
          </a:prstGeom>
          <a:noFill/>
          <a:ln>
            <a:noFill/>
          </a:ln>
        </p:spPr>
      </p:pic>
      <p:sp>
        <p:nvSpPr>
          <p:cNvPr id="147" name="Google Shape;147;p21"/>
          <p:cNvSpPr txBox="1"/>
          <p:nvPr/>
        </p:nvSpPr>
        <p:spPr>
          <a:xfrm>
            <a:off x="5238317" y="5097896"/>
            <a:ext cx="1103759"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Source Sans Pro"/>
                <a:ea typeface="Source Sans Pro"/>
                <a:cs typeface="Source Sans Pro"/>
                <a:sym typeface="Source Sans Pro"/>
              </a:rPr>
              <a:t>Android</a:t>
            </a:r>
            <a:endParaRPr sz="1800">
              <a:solidFill>
                <a:schemeClr val="dk1"/>
              </a:solidFill>
              <a:latin typeface="Source Sans Pro"/>
              <a:ea typeface="Source Sans Pro"/>
              <a:cs typeface="Source Sans Pro"/>
              <a:sym typeface="Source Sans Pro"/>
            </a:endParaRPr>
          </a:p>
        </p:txBody>
      </p:sp>
      <p:pic>
        <p:nvPicPr>
          <p:cNvPr id="148" name="Google Shape;148;p21"/>
          <p:cNvPicPr preferRelativeResize="0"/>
          <p:nvPr/>
        </p:nvPicPr>
        <p:blipFill rotWithShape="1">
          <a:blip r:embed="rId5">
            <a:alphaModFix/>
          </a:blip>
          <a:srcRect b="0" l="0" r="0" t="0"/>
          <a:stretch/>
        </p:blipFill>
        <p:spPr>
          <a:xfrm>
            <a:off x="5935579" y="1397682"/>
            <a:ext cx="1050758" cy="1050758"/>
          </a:xfrm>
          <a:prstGeom prst="rect">
            <a:avLst/>
          </a:prstGeom>
          <a:noFill/>
          <a:ln>
            <a:noFill/>
          </a:ln>
        </p:spPr>
      </p:pic>
      <p:sp>
        <p:nvSpPr>
          <p:cNvPr id="149" name="Google Shape;149;p21"/>
          <p:cNvSpPr txBox="1"/>
          <p:nvPr/>
        </p:nvSpPr>
        <p:spPr>
          <a:xfrm>
            <a:off x="7033703" y="1605112"/>
            <a:ext cx="3240246"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Source Sans Pro"/>
                <a:ea typeface="Source Sans Pro"/>
                <a:cs typeface="Source Sans Pro"/>
                <a:sym typeface="Source Sans Pro"/>
              </a:rPr>
              <a:t>Powered by Ionic Framework v3</a:t>
            </a:r>
            <a:endParaRPr sz="1800">
              <a:solidFill>
                <a:schemeClr val="dk1"/>
              </a:solidFill>
              <a:latin typeface="Source Sans Pro"/>
              <a:ea typeface="Source Sans Pro"/>
              <a:cs typeface="Source Sans Pro"/>
              <a:sym typeface="Source Sans Pro"/>
            </a:endParaRPr>
          </a:p>
        </p:txBody>
      </p:sp>
      <p:pic>
        <p:nvPicPr>
          <p:cNvPr id="150" name="Google Shape;150;p21"/>
          <p:cNvPicPr preferRelativeResize="0"/>
          <p:nvPr/>
        </p:nvPicPr>
        <p:blipFill>
          <a:blip r:embed="rId6">
            <a:alphaModFix/>
          </a:blip>
          <a:stretch>
            <a:fillRect/>
          </a:stretch>
        </p:blipFill>
        <p:spPr>
          <a:xfrm>
            <a:off x="1695400" y="2515475"/>
            <a:ext cx="1880700" cy="2541785"/>
          </a:xfrm>
          <a:prstGeom prst="rect">
            <a:avLst/>
          </a:prstGeom>
          <a:noFill/>
          <a:ln>
            <a:noFill/>
          </a:ln>
        </p:spPr>
      </p:pic>
      <p:sp>
        <p:nvSpPr>
          <p:cNvPr id="151" name="Google Shape;151;p21"/>
          <p:cNvSpPr/>
          <p:nvPr/>
        </p:nvSpPr>
        <p:spPr>
          <a:xfrm>
            <a:off x="1371619" y="1941167"/>
            <a:ext cx="10178700" cy="4231200"/>
          </a:xfrm>
          <a:prstGeom prst="rect">
            <a:avLst/>
          </a:prstGeom>
          <a:noFill/>
          <a:ln cap="flat" cmpd="sng" w="34925">
            <a:solidFill>
              <a:srgbClr val="4E8DF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Source Sans Pro"/>
              <a:ea typeface="Source Sans Pro"/>
              <a:cs typeface="Source Sans Pro"/>
              <a:sym typeface="Source Sans Pr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5" name="Shape 155"/>
        <p:cNvGrpSpPr/>
        <p:nvPr/>
      </p:nvGrpSpPr>
      <p:grpSpPr>
        <a:xfrm>
          <a:off x="0" y="0"/>
          <a:ext cx="0" cy="0"/>
          <a:chOff x="0" y="0"/>
          <a:chExt cx="0" cy="0"/>
        </a:xfrm>
      </p:grpSpPr>
      <p:sp>
        <p:nvSpPr>
          <p:cNvPr id="156" name="Google Shape;156;p22"/>
          <p:cNvSpPr txBox="1"/>
          <p:nvPr>
            <p:ph type="title"/>
          </p:nvPr>
        </p:nvSpPr>
        <p:spPr>
          <a:xfrm>
            <a:off x="1371600" y="685800"/>
            <a:ext cx="9601200" cy="14859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US"/>
              <a:t>Server side platform</a:t>
            </a:r>
            <a:endParaRPr/>
          </a:p>
        </p:txBody>
      </p:sp>
      <p:pic>
        <p:nvPicPr>
          <p:cNvPr id="157" name="Google Shape;157;p22"/>
          <p:cNvPicPr preferRelativeResize="0"/>
          <p:nvPr/>
        </p:nvPicPr>
        <p:blipFill>
          <a:blip r:embed="rId3">
            <a:alphaModFix/>
          </a:blip>
          <a:stretch>
            <a:fillRect/>
          </a:stretch>
        </p:blipFill>
        <p:spPr>
          <a:xfrm>
            <a:off x="1706125" y="2746150"/>
            <a:ext cx="3476425" cy="2493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