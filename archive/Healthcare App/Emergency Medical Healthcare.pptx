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Lst>
  <p:sldSz cy="5143500" cx="9144000"/>
  <p:notesSz cx="6858000" cy="9144000"/>
  <p:embeddedFontLst>
    <p:embeddedFont>
      <p:font typeface="Raleway"/>
      <p:regular r:id="rId11"/>
      <p:bold r:id="rId12"/>
      <p:italic r:id="rId13"/>
      <p:boldItalic r:id="rId14"/>
    </p:embeddedFont>
    <p:embeddedFont>
      <p:font typeface="Lato"/>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11" Type="http://schemas.openxmlformats.org/officeDocument/2006/relationships/font" Target="fonts/Raleway-regular.fntdata"/><Relationship Id="rId10" Type="http://schemas.openxmlformats.org/officeDocument/2006/relationships/slide" Target="slides/slide6.xml"/><Relationship Id="rId13" Type="http://schemas.openxmlformats.org/officeDocument/2006/relationships/font" Target="fonts/Raleway-italic.fntdata"/><Relationship Id="rId12" Type="http://schemas.openxmlformats.org/officeDocument/2006/relationships/font" Target="fonts/Raleway-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Lato-regular.fntdata"/><Relationship Id="rId14" Type="http://schemas.openxmlformats.org/officeDocument/2006/relationships/font" Target="fonts/Raleway-boldItalic.fntdata"/><Relationship Id="rId17" Type="http://schemas.openxmlformats.org/officeDocument/2006/relationships/font" Target="fonts/Lato-italic.fntdata"/><Relationship Id="rId16" Type="http://schemas.openxmlformats.org/officeDocument/2006/relationships/font" Target="fonts/Lato-bold.fntdata"/><Relationship Id="rId5" Type="http://schemas.openxmlformats.org/officeDocument/2006/relationships/slide" Target="slides/slide1.xml"/><Relationship Id="rId6" Type="http://schemas.openxmlformats.org/officeDocument/2006/relationships/slide" Target="slides/slide2.xml"/><Relationship Id="rId18" Type="http://schemas.openxmlformats.org/officeDocument/2006/relationships/font" Target="fonts/Lato-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9" name="Shape 89"/>
        <p:cNvGrpSpPr/>
        <p:nvPr/>
      </p:nvGrpSpPr>
      <p:grpSpPr>
        <a:xfrm>
          <a:off x="0" y="0"/>
          <a:ext cx="0" cy="0"/>
          <a:chOff x="0" y="0"/>
          <a:chExt cx="0" cy="0"/>
        </a:xfrm>
      </p:grpSpPr>
      <p:sp>
        <p:nvSpPr>
          <p:cNvPr id="90" name="Google Shape;90;g2f15c60614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f15c60614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5" name="Shape 95"/>
        <p:cNvGrpSpPr/>
        <p:nvPr/>
      </p:nvGrpSpPr>
      <p:grpSpPr>
        <a:xfrm>
          <a:off x="0" y="0"/>
          <a:ext cx="0" cy="0"/>
          <a:chOff x="0" y="0"/>
          <a:chExt cx="0" cy="0"/>
        </a:xfrm>
      </p:grpSpPr>
      <p:sp>
        <p:nvSpPr>
          <p:cNvPr id="96" name="Google Shape;96;g2f16c6890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f16c6890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1" name="Shape 101"/>
        <p:cNvGrpSpPr/>
        <p:nvPr/>
      </p:nvGrpSpPr>
      <p:grpSpPr>
        <a:xfrm>
          <a:off x="0" y="0"/>
          <a:ext cx="0" cy="0"/>
          <a:chOff x="0" y="0"/>
          <a:chExt cx="0" cy="0"/>
        </a:xfrm>
      </p:grpSpPr>
      <p:sp>
        <p:nvSpPr>
          <p:cNvPr id="102" name="Google Shape;102;g2f16c6890e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2f16c6890e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7" name="Shape 107"/>
        <p:cNvGrpSpPr/>
        <p:nvPr/>
      </p:nvGrpSpPr>
      <p:grpSpPr>
        <a:xfrm>
          <a:off x="0" y="0"/>
          <a:ext cx="0" cy="0"/>
          <a:chOff x="0" y="0"/>
          <a:chExt cx="0" cy="0"/>
        </a:xfrm>
      </p:grpSpPr>
      <p:sp>
        <p:nvSpPr>
          <p:cNvPr id="108" name="Google Shape;108;g2f16c6890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2f16c6890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5" name="Shape 115"/>
        <p:cNvGrpSpPr/>
        <p:nvPr/>
      </p:nvGrpSpPr>
      <p:grpSpPr>
        <a:xfrm>
          <a:off x="0" y="0"/>
          <a:ext cx="0" cy="0"/>
          <a:chOff x="0" y="0"/>
          <a:chExt cx="0" cy="0"/>
        </a:xfrm>
      </p:grpSpPr>
      <p:sp>
        <p:nvSpPr>
          <p:cNvPr id="116" name="Google Shape;116;g2f16c6890e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f16c6890e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Anything to add in the User class in this diagram?</a:t>
            </a:r>
            <a:endParaRPr/>
          </a:p>
          <a:p>
            <a:pPr indent="0" lvl="0" marL="0" rtl="0" algn="l">
              <a:spcBef>
                <a:spcPts val="0"/>
              </a:spcBef>
              <a:spcAft>
                <a:spcPts val="0"/>
              </a:spcAft>
              <a:buNone/>
            </a:pPr>
            <a:r>
              <a:rPr lang="en"/>
              <a:t>Blood group da?</a:t>
            </a:r>
            <a:endParaRPr/>
          </a:p>
          <a:p>
            <a:pPr indent="0" lvl="0" marL="0" rtl="0" algn="l">
              <a:spcBef>
                <a:spcPts val="0"/>
              </a:spcBef>
              <a:spcAft>
                <a:spcPts val="0"/>
              </a:spcAft>
              <a:buNone/>
            </a:pPr>
            <a:r>
              <a:rPr lang="en"/>
              <a:t>Mass da</a:t>
            </a:r>
            <a:endParaRPr/>
          </a:p>
          <a:p>
            <a:pPr indent="0" lvl="0" marL="0" rtl="0" algn="l">
              <a:spcBef>
                <a:spcPts val="0"/>
              </a:spcBef>
              <a:spcAft>
                <a:spcPts val="0"/>
              </a:spcAft>
              <a:buNone/>
            </a:pPr>
            <a:r>
              <a:rPr lang="en"/>
              <a:t>Vera anything?</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Medfocus</a:t>
            </a:r>
            <a:endParaRPr/>
          </a:p>
        </p:txBody>
      </p:sp>
      <p:sp>
        <p:nvSpPr>
          <p:cNvPr id="87" name="Google Shape;87;p13"/>
          <p:cNvSpPr txBox="1"/>
          <p:nvPr>
            <p:ph idx="1" type="subTitle"/>
          </p:nvPr>
        </p:nvSpPr>
        <p:spPr>
          <a:xfrm>
            <a:off x="2137250" y="2774175"/>
            <a:ext cx="48705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b</a:t>
            </a:r>
            <a:r>
              <a:rPr lang="en" sz="1500"/>
              <a:t>y</a:t>
            </a:r>
            <a:endParaRPr sz="1500"/>
          </a:p>
          <a:p>
            <a:pPr indent="0" lvl="0" marL="0" rtl="0" algn="l">
              <a:spcBef>
                <a:spcPts val="0"/>
              </a:spcBef>
              <a:spcAft>
                <a:spcPts val="0"/>
              </a:spcAft>
              <a:buNone/>
            </a:pPr>
            <a:r>
              <a:rPr b="1" lang="en" sz="1500"/>
              <a:t>Niranjan Bala</a:t>
            </a:r>
            <a:endParaRPr b="1" sz="1500"/>
          </a:p>
          <a:p>
            <a:pPr indent="0" lvl="0" marL="0" rtl="0" algn="l">
              <a:spcBef>
                <a:spcPts val="0"/>
              </a:spcBef>
              <a:spcAft>
                <a:spcPts val="0"/>
              </a:spcAft>
              <a:buNone/>
            </a:pPr>
            <a:r>
              <a:rPr b="1" lang="en" sz="1500"/>
              <a:t>Venkat ramana</a:t>
            </a:r>
            <a:endParaRPr b="1" sz="1500"/>
          </a:p>
          <a:p>
            <a:pPr indent="0" lvl="0" marL="0" rtl="0" algn="l">
              <a:spcBef>
                <a:spcPts val="0"/>
              </a:spcBef>
              <a:spcAft>
                <a:spcPts val="0"/>
              </a:spcAft>
              <a:buNone/>
            </a:pPr>
            <a:r>
              <a:rPr b="1" lang="en" sz="1500"/>
              <a:t>Prithvi</a:t>
            </a:r>
            <a:endParaRPr b="1" sz="1500"/>
          </a:p>
          <a:p>
            <a:pPr indent="0" lvl="0" marL="0" rtl="0" algn="l">
              <a:spcBef>
                <a:spcPts val="0"/>
              </a:spcBef>
              <a:spcAft>
                <a:spcPts val="0"/>
              </a:spcAft>
              <a:buNone/>
            </a:pPr>
            <a:r>
              <a:rPr b="1" lang="en" sz="1500"/>
              <a:t>Vignesh Baalaji</a:t>
            </a:r>
            <a:endParaRPr b="1" sz="1500"/>
          </a:p>
          <a:p>
            <a:pPr indent="0" lvl="0" marL="0" rtl="0" algn="l">
              <a:spcBef>
                <a:spcPts val="0"/>
              </a:spcBef>
              <a:spcAft>
                <a:spcPts val="0"/>
              </a:spcAft>
              <a:buNone/>
            </a:pPr>
            <a:r>
              <a:rPr b="1" lang="en" sz="1500"/>
              <a:t>Bharatvaj</a:t>
            </a:r>
            <a:endParaRPr b="1" sz="1500"/>
          </a:p>
        </p:txBody>
      </p:sp>
      <p:sp>
        <p:nvSpPr>
          <p:cNvPr id="88" name="Google Shape;88;p13"/>
          <p:cNvSpPr txBox="1"/>
          <p:nvPr/>
        </p:nvSpPr>
        <p:spPr>
          <a:xfrm>
            <a:off x="729450" y="2138250"/>
            <a:ext cx="6189000" cy="72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Emergency Medical Healthcare app</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2" name="Shape 92"/>
        <p:cNvGrpSpPr/>
        <p:nvPr/>
      </p:nvGrpSpPr>
      <p:grpSpPr>
        <a:xfrm>
          <a:off x="0" y="0"/>
          <a:ext cx="0" cy="0"/>
          <a:chOff x="0" y="0"/>
          <a:chExt cx="0" cy="0"/>
        </a:xfrm>
      </p:grpSpPr>
      <p:sp>
        <p:nvSpPr>
          <p:cNvPr id="93" name="Google Shape;93;p14"/>
          <p:cNvSpPr txBox="1"/>
          <p:nvPr>
            <p:ph type="title"/>
          </p:nvPr>
        </p:nvSpPr>
        <p:spPr>
          <a:xfrm>
            <a:off x="65250" y="590075"/>
            <a:ext cx="8124600" cy="60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Description</a:t>
            </a:r>
            <a:endParaRPr/>
          </a:p>
        </p:txBody>
      </p:sp>
      <p:sp>
        <p:nvSpPr>
          <p:cNvPr id="94" name="Google Shape;94;p14"/>
          <p:cNvSpPr txBox="1"/>
          <p:nvPr>
            <p:ph idx="1" type="body"/>
          </p:nvPr>
        </p:nvSpPr>
        <p:spPr>
          <a:xfrm>
            <a:off x="337100" y="1544125"/>
            <a:ext cx="8081100" cy="27957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The idea involves the development of a mobile application that maintains a detailed medical record of the individual in the database,it also constantly keeps an eye on the individual’s vitals and health status , should it detect any abnormalities, it’ll send distress calls to the emergency contacts and contact the nearest medical facility and until then a chatbot will be programmed to assist the individual for any first-aid in case of injuries or any  immediate measures to be taken in case of other medical emergencies.It also reminds the user to get his periodic health check-up incase if it exceeds the time period .It stores details about the user’s medical history,medication status , allergies etc. all of this which can be transferred to the attending doctor’s desk through file transfers via the app.The app will also be able to suggest the user some suitable medicines incase of any health deficits.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8" name="Shape 98"/>
        <p:cNvGrpSpPr/>
        <p:nvPr/>
      </p:nvGrpSpPr>
      <p:grpSpPr>
        <a:xfrm>
          <a:off x="0" y="0"/>
          <a:ext cx="0" cy="0"/>
          <a:chOff x="0" y="0"/>
          <a:chExt cx="0" cy="0"/>
        </a:xfrm>
      </p:grpSpPr>
      <p:sp>
        <p:nvSpPr>
          <p:cNvPr id="99" name="Google Shape;99;p15"/>
          <p:cNvSpPr txBox="1"/>
          <p:nvPr>
            <p:ph type="title"/>
          </p:nvPr>
        </p:nvSpPr>
        <p:spPr>
          <a:xfrm>
            <a:off x="163125" y="565475"/>
            <a:ext cx="8070000" cy="54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Key Functions</a:t>
            </a:r>
            <a:endParaRPr/>
          </a:p>
        </p:txBody>
      </p:sp>
      <p:sp>
        <p:nvSpPr>
          <p:cNvPr id="100" name="Google Shape;100;p15"/>
          <p:cNvSpPr txBox="1"/>
          <p:nvPr>
            <p:ph idx="1" type="body"/>
          </p:nvPr>
        </p:nvSpPr>
        <p:spPr>
          <a:xfrm>
            <a:off x="250100" y="1435400"/>
            <a:ext cx="8233200" cy="34689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It constantly monitors the user’s health and vitals using iOS HealthKit sdk</a:t>
            </a:r>
            <a:endParaRPr/>
          </a:p>
          <a:p>
            <a:pPr indent="-311150" lvl="0" marL="457200" rtl="0" algn="l">
              <a:spcBef>
                <a:spcPts val="0"/>
              </a:spcBef>
              <a:spcAft>
                <a:spcPts val="0"/>
              </a:spcAft>
              <a:buSzPts val="1300"/>
              <a:buChar char="●"/>
            </a:pPr>
            <a:r>
              <a:rPr lang="en"/>
              <a:t>Reports incase of any hike or drop in the vitals</a:t>
            </a:r>
            <a:endParaRPr/>
          </a:p>
          <a:p>
            <a:pPr indent="-311150" lvl="0" marL="457200" rtl="0" algn="l">
              <a:spcBef>
                <a:spcPts val="0"/>
              </a:spcBef>
              <a:spcAft>
                <a:spcPts val="0"/>
              </a:spcAft>
              <a:buSzPts val="1300"/>
              <a:buChar char="●"/>
            </a:pPr>
            <a:r>
              <a:rPr lang="en"/>
              <a:t>Incase of any medical emergencies it immediately sends calls to emergency contacts, sends GPS position to ambulance and shares all the medical details of the patient with the attending doctor</a:t>
            </a:r>
            <a:endParaRPr/>
          </a:p>
          <a:p>
            <a:pPr indent="-311150" lvl="0" marL="457200" rtl="0" algn="l">
              <a:spcBef>
                <a:spcPts val="0"/>
              </a:spcBef>
              <a:spcAft>
                <a:spcPts val="0"/>
              </a:spcAft>
              <a:buSzPts val="1300"/>
              <a:buChar char="●"/>
            </a:pPr>
            <a:r>
              <a:rPr lang="en"/>
              <a:t>It has a chatbot that can provide all kinds of medical assistance in the absence of a medical professional</a:t>
            </a:r>
            <a:endParaRPr/>
          </a:p>
          <a:p>
            <a:pPr indent="-311150" lvl="0" marL="457200" rtl="0" algn="l">
              <a:spcBef>
                <a:spcPts val="0"/>
              </a:spcBef>
              <a:spcAft>
                <a:spcPts val="0"/>
              </a:spcAft>
              <a:buSzPts val="1300"/>
              <a:buChar char="●"/>
            </a:pPr>
            <a:r>
              <a:rPr lang="en"/>
              <a:t>It displays articles in the news feed related to the user’s illness or tips to cure certain disorders</a:t>
            </a:r>
            <a:endParaRPr/>
          </a:p>
          <a:p>
            <a:pPr indent="-311150" lvl="0" marL="457200" rtl="0" algn="l">
              <a:spcBef>
                <a:spcPts val="0"/>
              </a:spcBef>
              <a:spcAft>
                <a:spcPts val="0"/>
              </a:spcAft>
              <a:buSzPts val="1300"/>
              <a:buChar char="●"/>
            </a:pPr>
            <a:r>
              <a:rPr lang="en"/>
              <a:t>It can set reminders for health check-ups and remind the user to get one if it has been a while since the last check-up </a:t>
            </a:r>
            <a:endParaRPr/>
          </a:p>
          <a:p>
            <a:pPr indent="-311150" lvl="0" marL="457200" rtl="0" algn="l">
              <a:spcBef>
                <a:spcPts val="0"/>
              </a:spcBef>
              <a:spcAft>
                <a:spcPts val="0"/>
              </a:spcAft>
              <a:buSzPts val="1300"/>
              <a:buChar char="●"/>
            </a:pPr>
            <a:r>
              <a:rPr lang="en"/>
              <a:t>It also displays progress reports based on the medical records done in the previous months/years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4" name="Shape 104"/>
        <p:cNvGrpSpPr/>
        <p:nvPr/>
      </p:nvGrpSpPr>
      <p:grpSpPr>
        <a:xfrm>
          <a:off x="0" y="0"/>
          <a:ext cx="0" cy="0"/>
          <a:chOff x="0" y="0"/>
          <a:chExt cx="0" cy="0"/>
        </a:xfrm>
      </p:grpSpPr>
      <p:sp>
        <p:nvSpPr>
          <p:cNvPr id="105" name="Google Shape;105;p16"/>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 Modules</a:t>
            </a:r>
            <a:endParaRPr/>
          </a:p>
        </p:txBody>
      </p:sp>
      <p:sp>
        <p:nvSpPr>
          <p:cNvPr id="106" name="Google Shape;106;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Database - NoSQL(Firebase)</a:t>
            </a:r>
            <a:endParaRPr/>
          </a:p>
          <a:p>
            <a:pPr indent="-311150" lvl="0" marL="457200" rtl="0" algn="l">
              <a:spcBef>
                <a:spcPts val="0"/>
              </a:spcBef>
              <a:spcAft>
                <a:spcPts val="0"/>
              </a:spcAft>
              <a:buSzPts val="1300"/>
              <a:buChar char="●"/>
            </a:pPr>
            <a:r>
              <a:rPr lang="en"/>
              <a:t>HealthKit</a:t>
            </a:r>
            <a:endParaRPr/>
          </a:p>
          <a:p>
            <a:pPr indent="-311150" lvl="0" marL="457200" rtl="0" algn="l">
              <a:spcBef>
                <a:spcPts val="0"/>
              </a:spcBef>
              <a:spcAft>
                <a:spcPts val="0"/>
              </a:spcAft>
              <a:buSzPts val="1300"/>
              <a:buChar char="●"/>
            </a:pPr>
            <a:r>
              <a:rPr lang="en"/>
              <a:t>User Interface</a:t>
            </a:r>
            <a:endParaRPr/>
          </a:p>
          <a:p>
            <a:pPr indent="-311150" lvl="0" marL="457200" rtl="0" algn="l">
              <a:spcBef>
                <a:spcPts val="0"/>
              </a:spcBef>
              <a:spcAft>
                <a:spcPts val="0"/>
              </a:spcAft>
              <a:buSzPts val="1300"/>
              <a:buChar char="●"/>
            </a:pPr>
            <a:r>
              <a:rPr lang="en"/>
              <a:t>In-built camera of the iPhone</a:t>
            </a:r>
            <a:endParaRPr/>
          </a:p>
          <a:p>
            <a:pPr indent="0" lvl="0" marL="0" rtl="0" algn="l">
              <a:spcBef>
                <a:spcPts val="1600"/>
              </a:spcBef>
              <a:spcAft>
                <a:spcPts val="16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0" name="Shape 110"/>
        <p:cNvGrpSpPr/>
        <p:nvPr/>
      </p:nvGrpSpPr>
      <p:grpSpPr>
        <a:xfrm>
          <a:off x="0" y="0"/>
          <a:ext cx="0" cy="0"/>
          <a:chOff x="0" y="0"/>
          <a:chExt cx="0" cy="0"/>
        </a:xfrm>
      </p:grpSpPr>
      <p:sp>
        <p:nvSpPr>
          <p:cNvPr id="111" name="Google Shape;111;p17"/>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User Interface  </a:t>
            </a:r>
            <a:r>
              <a:rPr lang="en">
                <a:solidFill>
                  <a:srgbClr val="B7B7B7"/>
                </a:solidFill>
              </a:rPr>
              <a:t>Flat design is adapted to improve User Experience</a:t>
            </a:r>
            <a:endParaRPr>
              <a:solidFill>
                <a:srgbClr val="B7B7B7"/>
              </a:solidFill>
            </a:endParaRPr>
          </a:p>
        </p:txBody>
      </p:sp>
      <p:pic>
        <p:nvPicPr>
          <p:cNvPr id="112" name="Google Shape;112;p17"/>
          <p:cNvPicPr preferRelativeResize="0"/>
          <p:nvPr/>
        </p:nvPicPr>
        <p:blipFill>
          <a:blip r:embed="rId3">
            <a:alphaModFix/>
          </a:blip>
          <a:stretch>
            <a:fillRect/>
          </a:stretch>
        </p:blipFill>
        <p:spPr>
          <a:xfrm>
            <a:off x="775600" y="141650"/>
            <a:ext cx="2223786" cy="4067752"/>
          </a:xfrm>
          <a:prstGeom prst="rect">
            <a:avLst/>
          </a:prstGeom>
          <a:noFill/>
          <a:ln>
            <a:noFill/>
          </a:ln>
        </p:spPr>
      </p:pic>
      <p:pic>
        <p:nvPicPr>
          <p:cNvPr id="113" name="Google Shape;113;p17"/>
          <p:cNvPicPr preferRelativeResize="0"/>
          <p:nvPr/>
        </p:nvPicPr>
        <p:blipFill>
          <a:blip r:embed="rId4">
            <a:alphaModFix/>
          </a:blip>
          <a:stretch>
            <a:fillRect/>
          </a:stretch>
        </p:blipFill>
        <p:spPr>
          <a:xfrm>
            <a:off x="6117411" y="141650"/>
            <a:ext cx="2203109" cy="4067751"/>
          </a:xfrm>
          <a:prstGeom prst="rect">
            <a:avLst/>
          </a:prstGeom>
          <a:noFill/>
          <a:ln>
            <a:noFill/>
          </a:ln>
        </p:spPr>
      </p:pic>
      <p:pic>
        <p:nvPicPr>
          <p:cNvPr id="114" name="Google Shape;114;p17"/>
          <p:cNvPicPr preferRelativeResize="0"/>
          <p:nvPr/>
        </p:nvPicPr>
        <p:blipFill>
          <a:blip r:embed="rId5">
            <a:alphaModFix/>
          </a:blip>
          <a:stretch>
            <a:fillRect/>
          </a:stretch>
        </p:blipFill>
        <p:spPr>
          <a:xfrm>
            <a:off x="3436899" y="195400"/>
            <a:ext cx="2273517" cy="406775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8" name="Shape 118"/>
        <p:cNvGrpSpPr/>
        <p:nvPr/>
      </p:nvGrpSpPr>
      <p:grpSpPr>
        <a:xfrm>
          <a:off x="0" y="0"/>
          <a:ext cx="0" cy="0"/>
          <a:chOff x="0" y="0"/>
          <a:chExt cx="0" cy="0"/>
        </a:xfrm>
      </p:grpSpPr>
      <p:sp>
        <p:nvSpPr>
          <p:cNvPr id="119" name="Google Shape;119;p18"/>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Database - NoSQL </a:t>
            </a:r>
            <a:r>
              <a:rPr lang="en">
                <a:solidFill>
                  <a:srgbClr val="999999"/>
                </a:solidFill>
              </a:rPr>
              <a:t>Models and NoSQL objects are easily convertible</a:t>
            </a:r>
            <a:endParaRPr>
              <a:solidFill>
                <a:srgbClr val="999999"/>
              </a:solidFill>
            </a:endParaRPr>
          </a:p>
        </p:txBody>
      </p:sp>
      <p:sp>
        <p:nvSpPr>
          <p:cNvPr id="120" name="Google Shape;120;p18"/>
          <p:cNvSpPr txBox="1"/>
          <p:nvPr/>
        </p:nvSpPr>
        <p:spPr>
          <a:xfrm>
            <a:off x="6490000" y="1321625"/>
            <a:ext cx="2192100" cy="221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The model is kept simple to support dynamic data entries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also reduces the complexity of the app and gives users more control over the data</a:t>
            </a:r>
            <a:endParaRPr/>
          </a:p>
        </p:txBody>
      </p:sp>
      <p:pic>
        <p:nvPicPr>
          <p:cNvPr id="121" name="Google Shape;121;p18"/>
          <p:cNvPicPr preferRelativeResize="0"/>
          <p:nvPr/>
        </p:nvPicPr>
        <p:blipFill>
          <a:blip r:embed="rId3">
            <a:alphaModFix/>
          </a:blip>
          <a:stretch>
            <a:fillRect/>
          </a:stretch>
        </p:blipFill>
        <p:spPr>
          <a:xfrm>
            <a:off x="229575" y="549950"/>
            <a:ext cx="6185200" cy="352389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