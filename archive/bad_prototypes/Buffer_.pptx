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strictFirstAndLastChars="0" saveSubsetFonts="1">
  <p:sldMasterIdLst>
    <p:sldMasterId id="2147483696" r:id="rId3"/>
    <p:sldMasterId id="2147483697" r:id="rId4"/>
    <p:sldMasterId id="2147483698" r:id="rId5"/>
    <p:sldMasterId id="2147483699"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3.xml"/><Relationship Id="rId6" Type="http://schemas.openxmlformats.org/officeDocument/2006/relationships/slideMaster" Target="slideMasters/slideMaster4.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0" Type="http://schemas.openxmlformats.org/officeDocument/2006/relationships/slide" Target="slides/slide23.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06" name="Shape 206"/>
        <p:cNvGrpSpPr/>
        <p:nvPr/>
      </p:nvGrpSpPr>
      <p:grpSpPr>
        <a:xfrm>
          <a:off x="0" y="0"/>
          <a:ext cx="0" cy="0"/>
          <a:chOff x="0" y="0"/>
          <a:chExt cx="0" cy="0"/>
        </a:xfrm>
      </p:grpSpPr>
      <p:sp>
        <p:nvSpPr>
          <p:cNvPr id="207" name="Google Shape;207;p4: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12" name="Shape 212"/>
        <p:cNvGrpSpPr/>
        <p:nvPr/>
      </p:nvGrpSpPr>
      <p:grpSpPr>
        <a:xfrm>
          <a:off x="0" y="0"/>
          <a:ext cx="0" cy="0"/>
          <a:chOff x="0" y="0"/>
          <a:chExt cx="0" cy="0"/>
        </a:xfrm>
      </p:grpSpPr>
      <p:sp>
        <p:nvSpPr>
          <p:cNvPr id="213" name="Google Shape;213;p7: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18" name="Shape 218"/>
        <p:cNvGrpSpPr/>
        <p:nvPr/>
      </p:nvGrpSpPr>
      <p:grpSpPr>
        <a:xfrm>
          <a:off x="0" y="0"/>
          <a:ext cx="0" cy="0"/>
          <a:chOff x="0" y="0"/>
          <a:chExt cx="0" cy="0"/>
        </a:xfrm>
      </p:grpSpPr>
      <p:sp>
        <p:nvSpPr>
          <p:cNvPr id="219" name="Google Shape;219;p8: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24" name="Shape 224"/>
        <p:cNvGrpSpPr/>
        <p:nvPr/>
      </p:nvGrpSpPr>
      <p:grpSpPr>
        <a:xfrm>
          <a:off x="0" y="0"/>
          <a:ext cx="0" cy="0"/>
          <a:chOff x="0" y="0"/>
          <a:chExt cx="0" cy="0"/>
        </a:xfrm>
      </p:grpSpPr>
      <p:sp>
        <p:nvSpPr>
          <p:cNvPr id="225" name="Google Shape;225;p9: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30" name="Shape 230"/>
        <p:cNvGrpSpPr/>
        <p:nvPr/>
      </p:nvGrpSpPr>
      <p:grpSpPr>
        <a:xfrm>
          <a:off x="0" y="0"/>
          <a:ext cx="0" cy="0"/>
          <a:chOff x="0" y="0"/>
          <a:chExt cx="0" cy="0"/>
        </a:xfrm>
      </p:grpSpPr>
      <p:sp>
        <p:nvSpPr>
          <p:cNvPr id="231" name="Google Shape;231;p10: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36" name="Shape 236"/>
        <p:cNvGrpSpPr/>
        <p:nvPr/>
      </p:nvGrpSpPr>
      <p:grpSpPr>
        <a:xfrm>
          <a:off x="0" y="0"/>
          <a:ext cx="0" cy="0"/>
          <a:chOff x="0" y="0"/>
          <a:chExt cx="0" cy="0"/>
        </a:xfrm>
      </p:grpSpPr>
      <p:sp>
        <p:nvSpPr>
          <p:cNvPr id="237" name="Google Shape;237;p13: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47" name="Shape 247"/>
        <p:cNvGrpSpPr/>
        <p:nvPr/>
      </p:nvGrpSpPr>
      <p:grpSpPr>
        <a:xfrm>
          <a:off x="0" y="0"/>
          <a:ext cx="0" cy="0"/>
          <a:chOff x="0" y="0"/>
          <a:chExt cx="0" cy="0"/>
        </a:xfrm>
      </p:grpSpPr>
      <p:sp>
        <p:nvSpPr>
          <p:cNvPr id="248" name="Google Shape;248;p14: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63" name="Shape 263"/>
        <p:cNvGrpSpPr/>
        <p:nvPr/>
      </p:nvGrpSpPr>
      <p:grpSpPr>
        <a:xfrm>
          <a:off x="0" y="0"/>
          <a:ext cx="0" cy="0"/>
          <a:chOff x="0" y="0"/>
          <a:chExt cx="0" cy="0"/>
        </a:xfrm>
      </p:grpSpPr>
      <p:sp>
        <p:nvSpPr>
          <p:cNvPr id="264" name="Google Shape;264;p17: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68" name="Shape 268"/>
        <p:cNvGrpSpPr/>
        <p:nvPr/>
      </p:nvGrpSpPr>
      <p:grpSpPr>
        <a:xfrm>
          <a:off x="0" y="0"/>
          <a:ext cx="0" cy="0"/>
          <a:chOff x="0" y="0"/>
          <a:chExt cx="0" cy="0"/>
        </a:xfrm>
      </p:grpSpPr>
      <p:sp>
        <p:nvSpPr>
          <p:cNvPr id="269" name="Google Shape;269;p18: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87" name="Shape 287"/>
        <p:cNvGrpSpPr/>
        <p:nvPr/>
      </p:nvGrpSpPr>
      <p:grpSpPr>
        <a:xfrm>
          <a:off x="0" y="0"/>
          <a:ext cx="0" cy="0"/>
          <a:chOff x="0" y="0"/>
          <a:chExt cx="0" cy="0"/>
        </a:xfrm>
      </p:grpSpPr>
      <p:sp>
        <p:nvSpPr>
          <p:cNvPr id="288" name="Google Shape;288;p19: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96" name="Shape 296"/>
        <p:cNvGrpSpPr/>
        <p:nvPr/>
      </p:nvGrpSpPr>
      <p:grpSpPr>
        <a:xfrm>
          <a:off x="0" y="0"/>
          <a:ext cx="0" cy="0"/>
          <a:chOff x="0" y="0"/>
          <a:chExt cx="0" cy="0"/>
        </a:xfrm>
      </p:grpSpPr>
      <p:sp>
        <p:nvSpPr>
          <p:cNvPr id="297" name="Google Shape;297;p20: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02" name="Shape 302"/>
        <p:cNvGrpSpPr/>
        <p:nvPr/>
      </p:nvGrpSpPr>
      <p:grpSpPr>
        <a:xfrm>
          <a:off x="0" y="0"/>
          <a:ext cx="0" cy="0"/>
          <a:chOff x="0" y="0"/>
          <a:chExt cx="0" cy="0"/>
        </a:xfrm>
      </p:grpSpPr>
      <p:sp>
        <p:nvSpPr>
          <p:cNvPr id="303" name="Google Shape;303;p21: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08" name="Shape 308"/>
        <p:cNvGrpSpPr/>
        <p:nvPr/>
      </p:nvGrpSpPr>
      <p:grpSpPr>
        <a:xfrm>
          <a:off x="0" y="0"/>
          <a:ext cx="0" cy="0"/>
          <a:chOff x="0" y="0"/>
          <a:chExt cx="0" cy="0"/>
        </a:xfrm>
      </p:grpSpPr>
      <p:sp>
        <p:nvSpPr>
          <p:cNvPr id="309" name="Google Shape;309;p22: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14" name="Shape 314"/>
        <p:cNvGrpSpPr/>
        <p:nvPr/>
      </p:nvGrpSpPr>
      <p:grpSpPr>
        <a:xfrm>
          <a:off x="0" y="0"/>
          <a:ext cx="0" cy="0"/>
          <a:chOff x="0" y="0"/>
          <a:chExt cx="0" cy="0"/>
        </a:xfrm>
      </p:grpSpPr>
      <p:sp>
        <p:nvSpPr>
          <p:cNvPr id="315" name="Google Shape;315;p23: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22" name="Shape 322"/>
        <p:cNvGrpSpPr/>
        <p:nvPr/>
      </p:nvGrpSpPr>
      <p:grpSpPr>
        <a:xfrm>
          <a:off x="0" y="0"/>
          <a:ext cx="0" cy="0"/>
          <a:chOff x="0" y="0"/>
          <a:chExt cx="0" cy="0"/>
        </a:xfrm>
      </p:grpSpPr>
      <p:sp>
        <p:nvSpPr>
          <p:cNvPr id="323" name="Google Shape;323;p24: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28" name="Shape 328"/>
        <p:cNvGrpSpPr/>
        <p:nvPr/>
      </p:nvGrpSpPr>
      <p:grpSpPr>
        <a:xfrm>
          <a:off x="0" y="0"/>
          <a:ext cx="0" cy="0"/>
          <a:chOff x="0" y="0"/>
          <a:chExt cx="0" cy="0"/>
        </a:xfrm>
      </p:grpSpPr>
      <p:sp>
        <p:nvSpPr>
          <p:cNvPr id="329" name="Google Shape;329;p25: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35" name="Shape 335"/>
        <p:cNvGrpSpPr/>
        <p:nvPr/>
      </p:nvGrpSpPr>
      <p:grpSpPr>
        <a:xfrm>
          <a:off x="0" y="0"/>
          <a:ext cx="0" cy="0"/>
          <a:chOff x="0" y="0"/>
          <a:chExt cx="0" cy="0"/>
        </a:xfrm>
      </p:grpSpPr>
      <p:sp>
        <p:nvSpPr>
          <p:cNvPr id="336" name="Google Shape;336;p26: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41" name="Shape 341"/>
        <p:cNvGrpSpPr/>
        <p:nvPr/>
      </p:nvGrpSpPr>
      <p:grpSpPr>
        <a:xfrm>
          <a:off x="0" y="0"/>
          <a:ext cx="0" cy="0"/>
          <a:chOff x="0" y="0"/>
          <a:chExt cx="0" cy="0"/>
        </a:xfrm>
      </p:grpSpPr>
      <p:sp>
        <p:nvSpPr>
          <p:cNvPr id="342" name="Google Shape;342;p27: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47" name="Shape 347"/>
        <p:cNvGrpSpPr/>
        <p:nvPr/>
      </p:nvGrpSpPr>
      <p:grpSpPr>
        <a:xfrm>
          <a:off x="0" y="0"/>
          <a:ext cx="0" cy="0"/>
          <a:chOff x="0" y="0"/>
          <a:chExt cx="0" cy="0"/>
        </a:xfrm>
      </p:grpSpPr>
      <p:sp>
        <p:nvSpPr>
          <p:cNvPr id="348" name="Google Shape;348;p28: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54" name="Shape 354"/>
        <p:cNvGrpSpPr/>
        <p:nvPr/>
      </p:nvGrpSpPr>
      <p:grpSpPr>
        <a:xfrm>
          <a:off x="0" y="0"/>
          <a:ext cx="0" cy="0"/>
          <a:chOff x="0" y="0"/>
          <a:chExt cx="0" cy="0"/>
        </a:xfrm>
      </p:grpSpPr>
      <p:sp>
        <p:nvSpPr>
          <p:cNvPr id="355" name="Google Shape;355;p29:notes"/>
          <p:cNvSpPr txBox="1"/>
          <p:nvPr>
            <p:ph idx="1" type="body"/>
          </p:nvPr>
        </p:nvSpPr>
        <p:spPr>
          <a:xfrm>
            <a:off x="685800" y="4343400"/>
            <a:ext cx="5484960" cy="4113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b="0" i="0" sz="2000" u="none" cap="none" strike="noStrike">
              <a:solidFill>
                <a:srgbClr val="000000"/>
              </a:solidFill>
              <a:latin typeface="Arial"/>
              <a:ea typeface="Arial"/>
              <a:cs typeface="Arial"/>
              <a:sym typeface="Arial"/>
            </a:endParaRPr>
          </a:p>
        </p:txBody>
      </p:sp>
      <p:sp>
        <p:nvSpPr>
          <p:cNvPr id="356" name="Google Shape;356;p29:notes"/>
          <p:cNvSpPr/>
          <p:nvPr/>
        </p:nvSpPr>
        <p:spPr>
          <a:xfrm>
            <a:off x="3884760" y="8685360"/>
            <a:ext cx="2970360" cy="45576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61" name="Shape 361"/>
        <p:cNvGrpSpPr/>
        <p:nvPr/>
      </p:nvGrpSpPr>
      <p:grpSpPr>
        <a:xfrm>
          <a:off x="0" y="0"/>
          <a:ext cx="0" cy="0"/>
          <a:chOff x="0" y="0"/>
          <a:chExt cx="0" cy="0"/>
        </a:xfrm>
      </p:grpSpPr>
      <p:sp>
        <p:nvSpPr>
          <p:cNvPr id="362" name="Google Shape;362;p31: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67" name="Shape 367"/>
        <p:cNvGrpSpPr/>
        <p:nvPr/>
      </p:nvGrpSpPr>
      <p:grpSpPr>
        <a:xfrm>
          <a:off x="0" y="0"/>
          <a:ext cx="0" cy="0"/>
          <a:chOff x="0" y="0"/>
          <a:chExt cx="0" cy="0"/>
        </a:xfrm>
      </p:grpSpPr>
      <p:sp>
        <p:nvSpPr>
          <p:cNvPr id="368" name="Google Shape;368;p32: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73" name="Shape 373"/>
        <p:cNvGrpSpPr/>
        <p:nvPr/>
      </p:nvGrpSpPr>
      <p:grpSpPr>
        <a:xfrm>
          <a:off x="0" y="0"/>
          <a:ext cx="0" cy="0"/>
          <a:chOff x="0" y="0"/>
          <a:chExt cx="0" cy="0"/>
        </a:xfrm>
      </p:grpSpPr>
      <p:sp>
        <p:nvSpPr>
          <p:cNvPr id="374" name="Google Shape;374;p33: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Slide" type="blank">
  <p:cSld name="BLANK">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x">
  <p:cSld name="TITLE_AND_BODY">
    <p:spTree>
      <p:nvGrpSpPr>
        <p:cNvPr id="11" name="Shape 11"/>
        <p:cNvGrpSpPr/>
        <p:nvPr/>
      </p:nvGrpSpPr>
      <p:grpSpPr>
        <a:xfrm>
          <a:off x="0" y="0"/>
          <a:ext cx="0" cy="0"/>
          <a:chOff x="0" y="0"/>
          <a:chExt cx="0" cy="0"/>
        </a:xfrm>
      </p:grpSpPr>
      <p:sp>
        <p:nvSpPr>
          <p:cNvPr id="12" name="Google Shape;12;p3"/>
          <p:cNvSpPr txBox="1"/>
          <p:nvPr>
            <p:ph type="title"/>
          </p:nvPr>
        </p:nvSpPr>
        <p:spPr>
          <a:xfrm>
            <a:off x="457200" y="273600"/>
            <a:ext cx="8229240" cy="1144800"/>
          </a:xfrm>
          <a:prstGeom prst="rect">
            <a:avLst/>
          </a:prstGeom>
          <a:noFill/>
          <a:ln>
            <a:noFill/>
          </a:ln>
        </p:spPr>
        <p:txBody>
          <a:bodyPr anchorCtr="0" anchor="ctr" bIns="91425" lIns="91425" spcFirstLastPara="1" rIns="91425" wrap="square" tIns="91425"/>
          <a:lstStyle>
            <a:lvl1pPr indent="0" lvl="0" marL="0" marR="0" rtl="0" algn="l">
              <a:lnSpc>
                <a:spcPct val="90000"/>
              </a:lnSpc>
              <a:spcBef>
                <a:spcPts val="0"/>
              </a:spcBef>
              <a:spcAft>
                <a:spcPts val="0"/>
              </a:spcAft>
              <a:buClr>
                <a:schemeClr val="dk1"/>
              </a:buClr>
              <a:buSzPts val="1400"/>
              <a:buFont typeface="Arial"/>
              <a:buNone/>
              <a:defRPr b="0" i="0" sz="4400" u="none" cap="none" strike="noStrike">
                <a:solidFill>
                  <a:schemeClr val="dk1"/>
                </a:solidFill>
                <a:latin typeface="Arial"/>
                <a:ea typeface="Arial"/>
                <a:cs typeface="Arial"/>
                <a:sym typeface="Arial"/>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13" name="Google Shape;13;p3"/>
          <p:cNvSpPr txBox="1"/>
          <p:nvPr>
            <p:ph idx="1" type="subTitle"/>
          </p:nvPr>
        </p:nvSpPr>
        <p:spPr>
          <a:xfrm>
            <a:off x="457200" y="1604520"/>
            <a:ext cx="8229240" cy="3977280"/>
          </a:xfrm>
          <a:prstGeom prst="rect">
            <a:avLst/>
          </a:prstGeom>
          <a:noFill/>
          <a:ln>
            <a:noFill/>
          </a:ln>
        </p:spPr>
        <p:txBody>
          <a:bodyPr anchorCtr="0" anchor="ctr" bIns="91425" lIns="91425" spcFirstLastPara="1" rIns="91425" wrap="square" tIns="91425"/>
          <a:lstStyle>
            <a:lvl1pPr indent="-228600" lvl="0" marL="2286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228600" lvl="1" marL="6858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228600" lvl="2" marL="1143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228600" lvl="3" marL="1600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228600" lvl="4" marL="2057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228600" lvl="5" marL="2514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228600" lvl="6" marL="2971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228600" lvl="7" marL="3429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228600" lvl="8" marL="3886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Content" type="obj">
  <p:cSld name="OBJECT">
    <p:spTree>
      <p:nvGrpSpPr>
        <p:cNvPr id="14" name="Shape 14"/>
        <p:cNvGrpSpPr/>
        <p:nvPr/>
      </p:nvGrpSpPr>
      <p:grpSpPr>
        <a:xfrm>
          <a:off x="0" y="0"/>
          <a:ext cx="0" cy="0"/>
          <a:chOff x="0" y="0"/>
          <a:chExt cx="0" cy="0"/>
        </a:xfrm>
      </p:grpSpPr>
      <p:sp>
        <p:nvSpPr>
          <p:cNvPr id="15" name="Google Shape;15;p4"/>
          <p:cNvSpPr txBox="1"/>
          <p:nvPr>
            <p:ph type="title"/>
          </p:nvPr>
        </p:nvSpPr>
        <p:spPr>
          <a:xfrm>
            <a:off x="457200" y="273600"/>
            <a:ext cx="8229240" cy="1144800"/>
          </a:xfrm>
          <a:prstGeom prst="rect">
            <a:avLst/>
          </a:prstGeom>
          <a:noFill/>
          <a:ln>
            <a:noFill/>
          </a:ln>
        </p:spPr>
        <p:txBody>
          <a:bodyPr anchorCtr="0" anchor="ctr" bIns="91425" lIns="91425" spcFirstLastPara="1" rIns="91425" wrap="square" tIns="91425"/>
          <a:lstStyle>
            <a:lvl1pPr indent="0" lvl="0" marL="0" marR="0" rtl="0" algn="l">
              <a:lnSpc>
                <a:spcPct val="90000"/>
              </a:lnSpc>
              <a:spcBef>
                <a:spcPts val="0"/>
              </a:spcBef>
              <a:spcAft>
                <a:spcPts val="0"/>
              </a:spcAft>
              <a:buClr>
                <a:schemeClr val="dk1"/>
              </a:buClr>
              <a:buSzPts val="1400"/>
              <a:buFont typeface="Arial"/>
              <a:buNone/>
              <a:defRPr b="0" i="0" sz="4400" u="none" cap="none" strike="noStrike">
                <a:solidFill>
                  <a:schemeClr val="dk1"/>
                </a:solidFill>
                <a:latin typeface="Arial"/>
                <a:ea typeface="Arial"/>
                <a:cs typeface="Arial"/>
                <a:sym typeface="Arial"/>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16" name="Google Shape;16;p4"/>
          <p:cNvSpPr txBox="1"/>
          <p:nvPr>
            <p:ph idx="1" type="body"/>
          </p:nvPr>
        </p:nvSpPr>
        <p:spPr>
          <a:xfrm>
            <a:off x="457200" y="1604520"/>
            <a:ext cx="8229240" cy="3977280"/>
          </a:xfrm>
          <a:prstGeom prst="rect">
            <a:avLst/>
          </a:prstGeom>
          <a:noFill/>
          <a:ln>
            <a:noFill/>
          </a:ln>
        </p:spPr>
        <p:txBody>
          <a:bodyPr anchorCtr="0" anchor="t" bIns="91425" lIns="91425" spcFirstLastPara="1" rIns="91425" wrap="square" tIns="91425"/>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2 Content" type="twoObj">
  <p:cSld name="TWO_OBJECTS">
    <p:spTree>
      <p:nvGrpSpPr>
        <p:cNvPr id="17" name="Shape 17"/>
        <p:cNvGrpSpPr/>
        <p:nvPr/>
      </p:nvGrpSpPr>
      <p:grpSpPr>
        <a:xfrm>
          <a:off x="0" y="0"/>
          <a:ext cx="0" cy="0"/>
          <a:chOff x="0" y="0"/>
          <a:chExt cx="0" cy="0"/>
        </a:xfrm>
      </p:grpSpPr>
      <p:sp>
        <p:nvSpPr>
          <p:cNvPr id="18" name="Google Shape;18;p5"/>
          <p:cNvSpPr txBox="1"/>
          <p:nvPr>
            <p:ph type="title"/>
          </p:nvPr>
        </p:nvSpPr>
        <p:spPr>
          <a:xfrm>
            <a:off x="457200" y="273600"/>
            <a:ext cx="8229240" cy="1144800"/>
          </a:xfrm>
          <a:prstGeom prst="rect">
            <a:avLst/>
          </a:prstGeom>
          <a:noFill/>
          <a:ln>
            <a:noFill/>
          </a:ln>
        </p:spPr>
        <p:txBody>
          <a:bodyPr anchorCtr="0" anchor="ctr" bIns="91425" lIns="91425" spcFirstLastPara="1" rIns="91425" wrap="square" tIns="91425"/>
          <a:lstStyle>
            <a:lvl1pPr indent="0" lvl="0" marL="0" marR="0" rtl="0" algn="l">
              <a:lnSpc>
                <a:spcPct val="90000"/>
              </a:lnSpc>
              <a:spcBef>
                <a:spcPts val="0"/>
              </a:spcBef>
              <a:spcAft>
                <a:spcPts val="0"/>
              </a:spcAft>
              <a:buClr>
                <a:schemeClr val="dk1"/>
              </a:buClr>
              <a:buSzPts val="1400"/>
              <a:buFont typeface="Arial"/>
              <a:buNone/>
              <a:defRPr b="0" i="0" sz="4400" u="none" cap="none" strike="noStrike">
                <a:solidFill>
                  <a:schemeClr val="dk1"/>
                </a:solidFill>
                <a:latin typeface="Arial"/>
                <a:ea typeface="Arial"/>
                <a:cs typeface="Arial"/>
                <a:sym typeface="Arial"/>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19" name="Google Shape;19;p5"/>
          <p:cNvSpPr txBox="1"/>
          <p:nvPr>
            <p:ph idx="1" type="body"/>
          </p:nvPr>
        </p:nvSpPr>
        <p:spPr>
          <a:xfrm>
            <a:off x="457200" y="1604520"/>
            <a:ext cx="4015800" cy="3977280"/>
          </a:xfrm>
          <a:prstGeom prst="rect">
            <a:avLst/>
          </a:prstGeom>
          <a:noFill/>
          <a:ln>
            <a:noFill/>
          </a:ln>
        </p:spPr>
        <p:txBody>
          <a:bodyPr anchorCtr="0" anchor="t" bIns="91425" lIns="91425" spcFirstLastPara="1" rIns="91425" wrap="square" tIns="91425"/>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0" name="Google Shape;20;p5"/>
          <p:cNvSpPr txBox="1"/>
          <p:nvPr>
            <p:ph idx="2" type="body"/>
          </p:nvPr>
        </p:nvSpPr>
        <p:spPr>
          <a:xfrm>
            <a:off x="4674240" y="1604520"/>
            <a:ext cx="4015800" cy="3977280"/>
          </a:xfrm>
          <a:prstGeom prst="rect">
            <a:avLst/>
          </a:prstGeom>
          <a:noFill/>
          <a:ln>
            <a:noFill/>
          </a:ln>
        </p:spPr>
        <p:txBody>
          <a:bodyPr anchorCtr="0" anchor="t" bIns="91425" lIns="91425" spcFirstLastPara="1" rIns="91425" wrap="square" tIns="91425"/>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21" name="Shape 21"/>
        <p:cNvGrpSpPr/>
        <p:nvPr/>
      </p:nvGrpSpPr>
      <p:grpSpPr>
        <a:xfrm>
          <a:off x="0" y="0"/>
          <a:ext cx="0" cy="0"/>
          <a:chOff x="0" y="0"/>
          <a:chExt cx="0" cy="0"/>
        </a:xfrm>
      </p:grpSpPr>
      <p:sp>
        <p:nvSpPr>
          <p:cNvPr id="22" name="Google Shape;22;p6"/>
          <p:cNvSpPr txBox="1"/>
          <p:nvPr>
            <p:ph type="title"/>
          </p:nvPr>
        </p:nvSpPr>
        <p:spPr>
          <a:xfrm>
            <a:off x="457200" y="273600"/>
            <a:ext cx="8229240" cy="1144800"/>
          </a:xfrm>
          <a:prstGeom prst="rect">
            <a:avLst/>
          </a:prstGeom>
          <a:noFill/>
          <a:ln>
            <a:noFill/>
          </a:ln>
        </p:spPr>
        <p:txBody>
          <a:bodyPr anchorCtr="0" anchor="ctr" bIns="91425" lIns="91425" spcFirstLastPara="1" rIns="91425" wrap="square" tIns="91425"/>
          <a:lstStyle>
            <a:lvl1pPr indent="0" lvl="0" marL="0" marR="0" rtl="0" algn="l">
              <a:lnSpc>
                <a:spcPct val="90000"/>
              </a:lnSpc>
              <a:spcBef>
                <a:spcPts val="0"/>
              </a:spcBef>
              <a:spcAft>
                <a:spcPts val="0"/>
              </a:spcAft>
              <a:buClr>
                <a:schemeClr val="dk1"/>
              </a:buClr>
              <a:buSzPts val="1400"/>
              <a:buFont typeface="Arial"/>
              <a:buNone/>
              <a:defRPr b="0" i="0" sz="4400" u="none" cap="none" strike="noStrike">
                <a:solidFill>
                  <a:schemeClr val="dk1"/>
                </a:solidFill>
                <a:latin typeface="Arial"/>
                <a:ea typeface="Arial"/>
                <a:cs typeface="Arial"/>
                <a:sym typeface="Arial"/>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entered Text" type="objOnly">
  <p:cSld name="OBJECT_ONLY">
    <p:spTree>
      <p:nvGrpSpPr>
        <p:cNvPr id="23" name="Shape 23"/>
        <p:cNvGrpSpPr/>
        <p:nvPr/>
      </p:nvGrpSpPr>
      <p:grpSpPr>
        <a:xfrm>
          <a:off x="0" y="0"/>
          <a:ext cx="0" cy="0"/>
          <a:chOff x="0" y="0"/>
          <a:chExt cx="0" cy="0"/>
        </a:xfrm>
      </p:grpSpPr>
      <p:sp>
        <p:nvSpPr>
          <p:cNvPr id="24" name="Google Shape;24;p7"/>
          <p:cNvSpPr txBox="1"/>
          <p:nvPr>
            <p:ph idx="1" type="subTitle"/>
          </p:nvPr>
        </p:nvSpPr>
        <p:spPr>
          <a:xfrm>
            <a:off x="457200" y="273600"/>
            <a:ext cx="8229240" cy="5307840"/>
          </a:xfrm>
          <a:prstGeom prst="rect">
            <a:avLst/>
          </a:prstGeom>
          <a:noFill/>
          <a:ln>
            <a:noFill/>
          </a:ln>
        </p:spPr>
        <p:txBody>
          <a:bodyPr anchorCtr="0" anchor="ctr" bIns="91425" lIns="91425" spcFirstLastPara="1" rIns="91425" wrap="square" tIns="91425"/>
          <a:lstStyle>
            <a:lvl1pPr indent="-228600" lvl="0" marL="2286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228600" lvl="1" marL="6858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228600" lvl="2" marL="1143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228600" lvl="3" marL="1600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228600" lvl="4" marL="2057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228600" lvl="5" marL="2514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228600" lvl="6" marL="2971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228600" lvl="7" marL="3429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228600" lvl="8" marL="3886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2 Content and Content" type="twoObjAndObj">
  <p:cSld name="TWO_OBJECTS_AND_OBJECT">
    <p:spTree>
      <p:nvGrpSpPr>
        <p:cNvPr id="25" name="Shape 25"/>
        <p:cNvGrpSpPr/>
        <p:nvPr/>
      </p:nvGrpSpPr>
      <p:grpSpPr>
        <a:xfrm>
          <a:off x="0" y="0"/>
          <a:ext cx="0" cy="0"/>
          <a:chOff x="0" y="0"/>
          <a:chExt cx="0" cy="0"/>
        </a:xfrm>
      </p:grpSpPr>
      <p:sp>
        <p:nvSpPr>
          <p:cNvPr id="26" name="Google Shape;26;p8"/>
          <p:cNvSpPr txBox="1"/>
          <p:nvPr>
            <p:ph type="title"/>
          </p:nvPr>
        </p:nvSpPr>
        <p:spPr>
          <a:xfrm>
            <a:off x="457200" y="273600"/>
            <a:ext cx="8229240" cy="1144800"/>
          </a:xfrm>
          <a:prstGeom prst="rect">
            <a:avLst/>
          </a:prstGeom>
          <a:noFill/>
          <a:ln>
            <a:noFill/>
          </a:ln>
        </p:spPr>
        <p:txBody>
          <a:bodyPr anchorCtr="0" anchor="ctr" bIns="91425" lIns="91425" spcFirstLastPara="1" rIns="91425" wrap="square" tIns="91425"/>
          <a:lstStyle>
            <a:lvl1pPr indent="0" lvl="0" marL="0" marR="0" rtl="0" algn="l">
              <a:lnSpc>
                <a:spcPct val="90000"/>
              </a:lnSpc>
              <a:spcBef>
                <a:spcPts val="0"/>
              </a:spcBef>
              <a:spcAft>
                <a:spcPts val="0"/>
              </a:spcAft>
              <a:buClr>
                <a:schemeClr val="dk1"/>
              </a:buClr>
              <a:buSzPts val="1400"/>
              <a:buFont typeface="Arial"/>
              <a:buNone/>
              <a:defRPr b="0" i="0" sz="4400" u="none" cap="none" strike="noStrike">
                <a:solidFill>
                  <a:schemeClr val="dk1"/>
                </a:solidFill>
                <a:latin typeface="Arial"/>
                <a:ea typeface="Arial"/>
                <a:cs typeface="Arial"/>
                <a:sym typeface="Arial"/>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27" name="Google Shape;27;p8"/>
          <p:cNvSpPr txBox="1"/>
          <p:nvPr>
            <p:ph idx="1" type="body"/>
          </p:nvPr>
        </p:nvSpPr>
        <p:spPr>
          <a:xfrm>
            <a:off x="457200" y="1604520"/>
            <a:ext cx="4015800" cy="1896840"/>
          </a:xfrm>
          <a:prstGeom prst="rect">
            <a:avLst/>
          </a:prstGeom>
          <a:noFill/>
          <a:ln>
            <a:noFill/>
          </a:ln>
        </p:spPr>
        <p:txBody>
          <a:bodyPr anchorCtr="0" anchor="t" bIns="91425" lIns="91425" spcFirstLastPara="1" rIns="91425" wrap="square" tIns="91425"/>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8" name="Google Shape;28;p8"/>
          <p:cNvSpPr txBox="1"/>
          <p:nvPr>
            <p:ph idx="2" type="body"/>
          </p:nvPr>
        </p:nvSpPr>
        <p:spPr>
          <a:xfrm>
            <a:off x="457200" y="3682080"/>
            <a:ext cx="4015800" cy="1896840"/>
          </a:xfrm>
          <a:prstGeom prst="rect">
            <a:avLst/>
          </a:prstGeom>
          <a:noFill/>
          <a:ln>
            <a:noFill/>
          </a:ln>
        </p:spPr>
        <p:txBody>
          <a:bodyPr anchorCtr="0" anchor="t" bIns="91425" lIns="91425" spcFirstLastPara="1" rIns="91425" wrap="square" tIns="91425"/>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9" name="Google Shape;29;p8"/>
          <p:cNvSpPr txBox="1"/>
          <p:nvPr>
            <p:ph idx="3" type="body"/>
          </p:nvPr>
        </p:nvSpPr>
        <p:spPr>
          <a:xfrm>
            <a:off x="4674240" y="1604520"/>
            <a:ext cx="4015800" cy="3977280"/>
          </a:xfrm>
          <a:prstGeom prst="rect">
            <a:avLst/>
          </a:prstGeom>
          <a:noFill/>
          <a:ln>
            <a:noFill/>
          </a:ln>
        </p:spPr>
        <p:txBody>
          <a:bodyPr anchorCtr="0" anchor="t" bIns="91425" lIns="91425" spcFirstLastPara="1" rIns="91425" wrap="square" tIns="91425"/>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Content and 2 Content" type="objAndTwoObj">
  <p:cSld name="OBJECT_AND_TWO_OBJECTS">
    <p:spTree>
      <p:nvGrpSpPr>
        <p:cNvPr id="30" name="Shape 30"/>
        <p:cNvGrpSpPr/>
        <p:nvPr/>
      </p:nvGrpSpPr>
      <p:grpSpPr>
        <a:xfrm>
          <a:off x="0" y="0"/>
          <a:ext cx="0" cy="0"/>
          <a:chOff x="0" y="0"/>
          <a:chExt cx="0" cy="0"/>
        </a:xfrm>
      </p:grpSpPr>
      <p:sp>
        <p:nvSpPr>
          <p:cNvPr id="31" name="Google Shape;31;p9"/>
          <p:cNvSpPr txBox="1"/>
          <p:nvPr>
            <p:ph type="title"/>
          </p:nvPr>
        </p:nvSpPr>
        <p:spPr>
          <a:xfrm>
            <a:off x="457200" y="273600"/>
            <a:ext cx="8229240" cy="1144800"/>
          </a:xfrm>
          <a:prstGeom prst="rect">
            <a:avLst/>
          </a:prstGeom>
          <a:noFill/>
          <a:ln>
            <a:noFill/>
          </a:ln>
        </p:spPr>
        <p:txBody>
          <a:bodyPr anchorCtr="0" anchor="ctr" bIns="91425" lIns="91425" spcFirstLastPara="1" rIns="91425" wrap="square" tIns="91425"/>
          <a:lstStyle>
            <a:lvl1pPr indent="0" lvl="0" marL="0" marR="0" rtl="0" algn="l">
              <a:lnSpc>
                <a:spcPct val="90000"/>
              </a:lnSpc>
              <a:spcBef>
                <a:spcPts val="0"/>
              </a:spcBef>
              <a:spcAft>
                <a:spcPts val="0"/>
              </a:spcAft>
              <a:buClr>
                <a:schemeClr val="dk1"/>
              </a:buClr>
              <a:buSzPts val="1400"/>
              <a:buFont typeface="Arial"/>
              <a:buNone/>
              <a:defRPr b="0" i="0" sz="4400" u="none" cap="none" strike="noStrike">
                <a:solidFill>
                  <a:schemeClr val="dk1"/>
                </a:solidFill>
                <a:latin typeface="Arial"/>
                <a:ea typeface="Arial"/>
                <a:cs typeface="Arial"/>
                <a:sym typeface="Arial"/>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32" name="Google Shape;32;p9"/>
          <p:cNvSpPr txBox="1"/>
          <p:nvPr>
            <p:ph idx="1" type="body"/>
          </p:nvPr>
        </p:nvSpPr>
        <p:spPr>
          <a:xfrm>
            <a:off x="457200" y="1604520"/>
            <a:ext cx="4015800" cy="3977280"/>
          </a:xfrm>
          <a:prstGeom prst="rect">
            <a:avLst/>
          </a:prstGeom>
          <a:noFill/>
          <a:ln>
            <a:noFill/>
          </a:ln>
        </p:spPr>
        <p:txBody>
          <a:bodyPr anchorCtr="0" anchor="t" bIns="91425" lIns="91425" spcFirstLastPara="1" rIns="91425" wrap="square" tIns="91425"/>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33" name="Google Shape;33;p9"/>
          <p:cNvSpPr txBox="1"/>
          <p:nvPr>
            <p:ph idx="2" type="body"/>
          </p:nvPr>
        </p:nvSpPr>
        <p:spPr>
          <a:xfrm>
            <a:off x="4674240" y="1604520"/>
            <a:ext cx="4015800" cy="1896840"/>
          </a:xfrm>
          <a:prstGeom prst="rect">
            <a:avLst/>
          </a:prstGeom>
          <a:noFill/>
          <a:ln>
            <a:noFill/>
          </a:ln>
        </p:spPr>
        <p:txBody>
          <a:bodyPr anchorCtr="0" anchor="t" bIns="91425" lIns="91425" spcFirstLastPara="1" rIns="91425" wrap="square" tIns="91425"/>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34" name="Google Shape;34;p9"/>
          <p:cNvSpPr txBox="1"/>
          <p:nvPr>
            <p:ph idx="3" type="body"/>
          </p:nvPr>
        </p:nvSpPr>
        <p:spPr>
          <a:xfrm>
            <a:off x="4674240" y="3682080"/>
            <a:ext cx="4015800" cy="1896840"/>
          </a:xfrm>
          <a:prstGeom prst="rect">
            <a:avLst/>
          </a:prstGeom>
          <a:noFill/>
          <a:ln>
            <a:noFill/>
          </a:ln>
        </p:spPr>
        <p:txBody>
          <a:bodyPr anchorCtr="0" anchor="t" bIns="91425" lIns="91425" spcFirstLastPara="1" rIns="91425" wrap="square" tIns="91425"/>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2 Content over Content" type="twoObjOverTx">
  <p:cSld name="TWO_OBJECTS_OVER_TEXT">
    <p:spTree>
      <p:nvGrpSpPr>
        <p:cNvPr id="35" name="Shape 35"/>
        <p:cNvGrpSpPr/>
        <p:nvPr/>
      </p:nvGrpSpPr>
      <p:grpSpPr>
        <a:xfrm>
          <a:off x="0" y="0"/>
          <a:ext cx="0" cy="0"/>
          <a:chOff x="0" y="0"/>
          <a:chExt cx="0" cy="0"/>
        </a:xfrm>
      </p:grpSpPr>
      <p:sp>
        <p:nvSpPr>
          <p:cNvPr id="36" name="Google Shape;36;p10"/>
          <p:cNvSpPr txBox="1"/>
          <p:nvPr>
            <p:ph type="title"/>
          </p:nvPr>
        </p:nvSpPr>
        <p:spPr>
          <a:xfrm>
            <a:off x="457200" y="273600"/>
            <a:ext cx="8229240" cy="1144800"/>
          </a:xfrm>
          <a:prstGeom prst="rect">
            <a:avLst/>
          </a:prstGeom>
          <a:noFill/>
          <a:ln>
            <a:noFill/>
          </a:ln>
        </p:spPr>
        <p:txBody>
          <a:bodyPr anchorCtr="0" anchor="ctr" bIns="91425" lIns="91425" spcFirstLastPara="1" rIns="91425" wrap="square" tIns="91425"/>
          <a:lstStyle>
            <a:lvl1pPr indent="0" lvl="0" marL="0" marR="0" rtl="0" algn="l">
              <a:lnSpc>
                <a:spcPct val="90000"/>
              </a:lnSpc>
              <a:spcBef>
                <a:spcPts val="0"/>
              </a:spcBef>
              <a:spcAft>
                <a:spcPts val="0"/>
              </a:spcAft>
              <a:buClr>
                <a:schemeClr val="dk1"/>
              </a:buClr>
              <a:buSzPts val="1400"/>
              <a:buFont typeface="Arial"/>
              <a:buNone/>
              <a:defRPr b="0" i="0" sz="4400" u="none" cap="none" strike="noStrike">
                <a:solidFill>
                  <a:schemeClr val="dk1"/>
                </a:solidFill>
                <a:latin typeface="Arial"/>
                <a:ea typeface="Arial"/>
                <a:cs typeface="Arial"/>
                <a:sym typeface="Arial"/>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37" name="Google Shape;37;p10"/>
          <p:cNvSpPr txBox="1"/>
          <p:nvPr>
            <p:ph idx="1" type="body"/>
          </p:nvPr>
        </p:nvSpPr>
        <p:spPr>
          <a:xfrm>
            <a:off x="457200" y="1604520"/>
            <a:ext cx="4015800" cy="1896840"/>
          </a:xfrm>
          <a:prstGeom prst="rect">
            <a:avLst/>
          </a:prstGeom>
          <a:noFill/>
          <a:ln>
            <a:noFill/>
          </a:ln>
        </p:spPr>
        <p:txBody>
          <a:bodyPr anchorCtr="0" anchor="t" bIns="91425" lIns="91425" spcFirstLastPara="1" rIns="91425" wrap="square" tIns="91425"/>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38" name="Google Shape;38;p10"/>
          <p:cNvSpPr txBox="1"/>
          <p:nvPr>
            <p:ph idx="2" type="body"/>
          </p:nvPr>
        </p:nvSpPr>
        <p:spPr>
          <a:xfrm>
            <a:off x="4674240" y="1604520"/>
            <a:ext cx="4015800" cy="1896840"/>
          </a:xfrm>
          <a:prstGeom prst="rect">
            <a:avLst/>
          </a:prstGeom>
          <a:noFill/>
          <a:ln>
            <a:noFill/>
          </a:ln>
        </p:spPr>
        <p:txBody>
          <a:bodyPr anchorCtr="0" anchor="t" bIns="91425" lIns="91425" spcFirstLastPara="1" rIns="91425" wrap="square" tIns="91425"/>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39" name="Google Shape;39;p10"/>
          <p:cNvSpPr txBox="1"/>
          <p:nvPr>
            <p:ph idx="3" type="body"/>
          </p:nvPr>
        </p:nvSpPr>
        <p:spPr>
          <a:xfrm>
            <a:off x="457200" y="3682080"/>
            <a:ext cx="8229240" cy="1896840"/>
          </a:xfrm>
          <a:prstGeom prst="rect">
            <a:avLst/>
          </a:prstGeom>
          <a:noFill/>
          <a:ln>
            <a:noFill/>
          </a:ln>
        </p:spPr>
        <p:txBody>
          <a:bodyPr anchorCtr="0" anchor="t" bIns="91425" lIns="91425" spcFirstLastPara="1" rIns="91425" wrap="square" tIns="91425"/>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Content over Content" type="objOverTx">
  <p:cSld name="OBJECT_OVER_TEXT">
    <p:spTree>
      <p:nvGrpSpPr>
        <p:cNvPr id="40" name="Shape 40"/>
        <p:cNvGrpSpPr/>
        <p:nvPr/>
      </p:nvGrpSpPr>
      <p:grpSpPr>
        <a:xfrm>
          <a:off x="0" y="0"/>
          <a:ext cx="0" cy="0"/>
          <a:chOff x="0" y="0"/>
          <a:chExt cx="0" cy="0"/>
        </a:xfrm>
      </p:grpSpPr>
      <p:sp>
        <p:nvSpPr>
          <p:cNvPr id="41" name="Google Shape;41;p11"/>
          <p:cNvSpPr txBox="1"/>
          <p:nvPr>
            <p:ph type="title"/>
          </p:nvPr>
        </p:nvSpPr>
        <p:spPr>
          <a:xfrm>
            <a:off x="457200" y="273600"/>
            <a:ext cx="8229240" cy="1144800"/>
          </a:xfrm>
          <a:prstGeom prst="rect">
            <a:avLst/>
          </a:prstGeom>
          <a:noFill/>
          <a:ln>
            <a:noFill/>
          </a:ln>
        </p:spPr>
        <p:txBody>
          <a:bodyPr anchorCtr="0" anchor="ctr" bIns="91425" lIns="91425" spcFirstLastPara="1" rIns="91425" wrap="square" tIns="91425"/>
          <a:lstStyle>
            <a:lvl1pPr indent="0" lvl="0" marL="0" marR="0" rtl="0" algn="l">
              <a:lnSpc>
                <a:spcPct val="90000"/>
              </a:lnSpc>
              <a:spcBef>
                <a:spcPts val="0"/>
              </a:spcBef>
              <a:spcAft>
                <a:spcPts val="0"/>
              </a:spcAft>
              <a:buClr>
                <a:schemeClr val="dk1"/>
              </a:buClr>
              <a:buSzPts val="1400"/>
              <a:buFont typeface="Arial"/>
              <a:buNone/>
              <a:defRPr b="0" i="0" sz="4400" u="none" cap="none" strike="noStrike">
                <a:solidFill>
                  <a:schemeClr val="dk1"/>
                </a:solidFill>
                <a:latin typeface="Arial"/>
                <a:ea typeface="Arial"/>
                <a:cs typeface="Arial"/>
                <a:sym typeface="Arial"/>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42" name="Google Shape;42;p11"/>
          <p:cNvSpPr txBox="1"/>
          <p:nvPr>
            <p:ph idx="1" type="body"/>
          </p:nvPr>
        </p:nvSpPr>
        <p:spPr>
          <a:xfrm>
            <a:off x="457200" y="1604520"/>
            <a:ext cx="8229240" cy="1896840"/>
          </a:xfrm>
          <a:prstGeom prst="rect">
            <a:avLst/>
          </a:prstGeom>
          <a:noFill/>
          <a:ln>
            <a:noFill/>
          </a:ln>
        </p:spPr>
        <p:txBody>
          <a:bodyPr anchorCtr="0" anchor="t" bIns="91425" lIns="91425" spcFirstLastPara="1" rIns="91425" wrap="square" tIns="91425"/>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43" name="Google Shape;43;p11"/>
          <p:cNvSpPr txBox="1"/>
          <p:nvPr>
            <p:ph idx="2" type="body"/>
          </p:nvPr>
        </p:nvSpPr>
        <p:spPr>
          <a:xfrm>
            <a:off x="457200" y="3682080"/>
            <a:ext cx="8229240" cy="1896840"/>
          </a:xfrm>
          <a:prstGeom prst="rect">
            <a:avLst/>
          </a:prstGeom>
          <a:noFill/>
          <a:ln>
            <a:noFill/>
          </a:ln>
        </p:spPr>
        <p:txBody>
          <a:bodyPr anchorCtr="0" anchor="t" bIns="91425" lIns="91425" spcFirstLastPara="1" rIns="91425" wrap="square" tIns="91425"/>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4 Content" type="fourObj">
  <p:cSld name="FOUR_OBJECTS">
    <p:spTree>
      <p:nvGrpSpPr>
        <p:cNvPr id="44" name="Shape 44"/>
        <p:cNvGrpSpPr/>
        <p:nvPr/>
      </p:nvGrpSpPr>
      <p:grpSpPr>
        <a:xfrm>
          <a:off x="0" y="0"/>
          <a:ext cx="0" cy="0"/>
          <a:chOff x="0" y="0"/>
          <a:chExt cx="0" cy="0"/>
        </a:xfrm>
      </p:grpSpPr>
      <p:sp>
        <p:nvSpPr>
          <p:cNvPr id="45" name="Google Shape;45;p12"/>
          <p:cNvSpPr txBox="1"/>
          <p:nvPr>
            <p:ph type="title"/>
          </p:nvPr>
        </p:nvSpPr>
        <p:spPr>
          <a:xfrm>
            <a:off x="457200" y="273600"/>
            <a:ext cx="8229240" cy="1144800"/>
          </a:xfrm>
          <a:prstGeom prst="rect">
            <a:avLst/>
          </a:prstGeom>
          <a:noFill/>
          <a:ln>
            <a:noFill/>
          </a:ln>
        </p:spPr>
        <p:txBody>
          <a:bodyPr anchorCtr="0" anchor="ctr" bIns="91425" lIns="91425" spcFirstLastPara="1" rIns="91425" wrap="square" tIns="91425"/>
          <a:lstStyle>
            <a:lvl1pPr indent="0" lvl="0" marL="0" marR="0" rtl="0" algn="l">
              <a:lnSpc>
                <a:spcPct val="90000"/>
              </a:lnSpc>
              <a:spcBef>
                <a:spcPts val="0"/>
              </a:spcBef>
              <a:spcAft>
                <a:spcPts val="0"/>
              </a:spcAft>
              <a:buClr>
                <a:schemeClr val="dk1"/>
              </a:buClr>
              <a:buSzPts val="1400"/>
              <a:buFont typeface="Arial"/>
              <a:buNone/>
              <a:defRPr b="0" i="0" sz="4400" u="none" cap="none" strike="noStrike">
                <a:solidFill>
                  <a:schemeClr val="dk1"/>
                </a:solidFill>
                <a:latin typeface="Arial"/>
                <a:ea typeface="Arial"/>
                <a:cs typeface="Arial"/>
                <a:sym typeface="Arial"/>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46" name="Google Shape;46;p12"/>
          <p:cNvSpPr txBox="1"/>
          <p:nvPr>
            <p:ph idx="1" type="body"/>
          </p:nvPr>
        </p:nvSpPr>
        <p:spPr>
          <a:xfrm>
            <a:off x="457200" y="1604520"/>
            <a:ext cx="4015800" cy="1896840"/>
          </a:xfrm>
          <a:prstGeom prst="rect">
            <a:avLst/>
          </a:prstGeom>
          <a:noFill/>
          <a:ln>
            <a:noFill/>
          </a:ln>
        </p:spPr>
        <p:txBody>
          <a:bodyPr anchorCtr="0" anchor="t" bIns="91425" lIns="91425" spcFirstLastPara="1" rIns="91425" wrap="square" tIns="91425"/>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47" name="Google Shape;47;p12"/>
          <p:cNvSpPr txBox="1"/>
          <p:nvPr>
            <p:ph idx="2" type="body"/>
          </p:nvPr>
        </p:nvSpPr>
        <p:spPr>
          <a:xfrm>
            <a:off x="4674240" y="1604520"/>
            <a:ext cx="4015800" cy="1896840"/>
          </a:xfrm>
          <a:prstGeom prst="rect">
            <a:avLst/>
          </a:prstGeom>
          <a:noFill/>
          <a:ln>
            <a:noFill/>
          </a:ln>
        </p:spPr>
        <p:txBody>
          <a:bodyPr anchorCtr="0" anchor="t" bIns="91425" lIns="91425" spcFirstLastPara="1" rIns="91425" wrap="square" tIns="91425"/>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48" name="Google Shape;48;p12"/>
          <p:cNvSpPr txBox="1"/>
          <p:nvPr>
            <p:ph idx="3" type="body"/>
          </p:nvPr>
        </p:nvSpPr>
        <p:spPr>
          <a:xfrm>
            <a:off x="4674240" y="3682080"/>
            <a:ext cx="4015800" cy="1896840"/>
          </a:xfrm>
          <a:prstGeom prst="rect">
            <a:avLst/>
          </a:prstGeom>
          <a:noFill/>
          <a:ln>
            <a:noFill/>
          </a:ln>
        </p:spPr>
        <p:txBody>
          <a:bodyPr anchorCtr="0" anchor="t" bIns="91425" lIns="91425" spcFirstLastPara="1" rIns="91425" wrap="square" tIns="91425"/>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49" name="Google Shape;49;p12"/>
          <p:cNvSpPr txBox="1"/>
          <p:nvPr>
            <p:ph idx="4" type="body"/>
          </p:nvPr>
        </p:nvSpPr>
        <p:spPr>
          <a:xfrm>
            <a:off x="457200" y="3682080"/>
            <a:ext cx="4015800" cy="1896840"/>
          </a:xfrm>
          <a:prstGeom prst="rect">
            <a:avLst/>
          </a:prstGeom>
          <a:noFill/>
          <a:ln>
            <a:noFill/>
          </a:ln>
        </p:spPr>
        <p:txBody>
          <a:bodyPr anchorCtr="0" anchor="t" bIns="91425" lIns="91425" spcFirstLastPara="1" rIns="91425" wrap="square" tIns="91425"/>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6 Content">
  <p:cSld name="Title, 6 Content">
    <p:spTree>
      <p:nvGrpSpPr>
        <p:cNvPr id="50" name="Shape 50"/>
        <p:cNvGrpSpPr/>
        <p:nvPr/>
      </p:nvGrpSpPr>
      <p:grpSpPr>
        <a:xfrm>
          <a:off x="0" y="0"/>
          <a:ext cx="0" cy="0"/>
          <a:chOff x="0" y="0"/>
          <a:chExt cx="0" cy="0"/>
        </a:xfrm>
      </p:grpSpPr>
      <p:sp>
        <p:nvSpPr>
          <p:cNvPr id="51" name="Google Shape;51;p13"/>
          <p:cNvSpPr txBox="1"/>
          <p:nvPr>
            <p:ph type="title"/>
          </p:nvPr>
        </p:nvSpPr>
        <p:spPr>
          <a:xfrm>
            <a:off x="457200" y="273600"/>
            <a:ext cx="8229240" cy="1144800"/>
          </a:xfrm>
          <a:prstGeom prst="rect">
            <a:avLst/>
          </a:prstGeom>
          <a:noFill/>
          <a:ln>
            <a:noFill/>
          </a:ln>
        </p:spPr>
        <p:txBody>
          <a:bodyPr anchorCtr="0" anchor="ctr" bIns="91425" lIns="91425" spcFirstLastPara="1" rIns="91425" wrap="square" tIns="91425"/>
          <a:lstStyle>
            <a:lvl1pPr indent="0" lvl="0" marL="0" marR="0" rtl="0" algn="l">
              <a:lnSpc>
                <a:spcPct val="90000"/>
              </a:lnSpc>
              <a:spcBef>
                <a:spcPts val="0"/>
              </a:spcBef>
              <a:spcAft>
                <a:spcPts val="0"/>
              </a:spcAft>
              <a:buClr>
                <a:schemeClr val="dk1"/>
              </a:buClr>
              <a:buSzPts val="1400"/>
              <a:buFont typeface="Arial"/>
              <a:buNone/>
              <a:defRPr b="0" i="0" sz="4400" u="none" cap="none" strike="noStrike">
                <a:solidFill>
                  <a:schemeClr val="dk1"/>
                </a:solidFill>
                <a:latin typeface="Arial"/>
                <a:ea typeface="Arial"/>
                <a:cs typeface="Arial"/>
                <a:sym typeface="Arial"/>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52" name="Google Shape;52;p13"/>
          <p:cNvSpPr txBox="1"/>
          <p:nvPr>
            <p:ph idx="1" type="body"/>
          </p:nvPr>
        </p:nvSpPr>
        <p:spPr>
          <a:xfrm>
            <a:off x="457200" y="1604520"/>
            <a:ext cx="8229240" cy="3977280"/>
          </a:xfrm>
          <a:prstGeom prst="rect">
            <a:avLst/>
          </a:prstGeom>
          <a:noFill/>
          <a:ln>
            <a:noFill/>
          </a:ln>
        </p:spPr>
        <p:txBody>
          <a:bodyPr anchorCtr="0" anchor="t" bIns="91425" lIns="91425" spcFirstLastPara="1" rIns="91425" wrap="square" tIns="91425"/>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53" name="Google Shape;53;p13"/>
          <p:cNvSpPr txBox="1"/>
          <p:nvPr>
            <p:ph idx="2" type="body"/>
          </p:nvPr>
        </p:nvSpPr>
        <p:spPr>
          <a:xfrm>
            <a:off x="457200" y="1604520"/>
            <a:ext cx="8229240" cy="3977280"/>
          </a:xfrm>
          <a:prstGeom prst="rect">
            <a:avLst/>
          </a:prstGeom>
          <a:noFill/>
          <a:ln>
            <a:noFill/>
          </a:ln>
        </p:spPr>
        <p:txBody>
          <a:bodyPr anchorCtr="0" anchor="t" bIns="91425" lIns="91425" spcFirstLastPara="1" rIns="91425" wrap="square" tIns="91425"/>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pic>
        <p:nvPicPr>
          <p:cNvPr id="54" name="Google Shape;54;p13"/>
          <p:cNvPicPr preferRelativeResize="0"/>
          <p:nvPr/>
        </p:nvPicPr>
        <p:blipFill rotWithShape="1">
          <a:blip r:embed="rId2">
            <a:alphaModFix/>
          </a:blip>
          <a:srcRect b="0" l="0" r="0" t="0"/>
          <a:stretch/>
        </p:blipFill>
        <p:spPr>
          <a:xfrm>
            <a:off x="2079000" y="1604520"/>
            <a:ext cx="4984920" cy="3977280"/>
          </a:xfrm>
          <a:prstGeom prst="rect">
            <a:avLst/>
          </a:prstGeom>
          <a:noFill/>
          <a:ln>
            <a:noFill/>
          </a:ln>
        </p:spPr>
      </p:pic>
      <p:pic>
        <p:nvPicPr>
          <p:cNvPr id="55" name="Google Shape;55;p13"/>
          <p:cNvPicPr preferRelativeResize="0"/>
          <p:nvPr/>
        </p:nvPicPr>
        <p:blipFill rotWithShape="1">
          <a:blip r:embed="rId2">
            <a:alphaModFix/>
          </a:blip>
          <a:srcRect b="0" l="0" r="0" t="0"/>
          <a:stretch/>
        </p:blipFill>
        <p:spPr>
          <a:xfrm>
            <a:off x="2079000" y="1604520"/>
            <a:ext cx="4984920" cy="397728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Slide" type="blank">
  <p:cSld name="BLANK">
    <p:spTree>
      <p:nvGrpSpPr>
        <p:cNvPr id="60" name="Shape 60"/>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x">
  <p:cSld name="TITLE_AND_BODY">
    <p:spTree>
      <p:nvGrpSpPr>
        <p:cNvPr id="61" name="Shape 61"/>
        <p:cNvGrpSpPr/>
        <p:nvPr/>
      </p:nvGrpSpPr>
      <p:grpSpPr>
        <a:xfrm>
          <a:off x="0" y="0"/>
          <a:ext cx="0" cy="0"/>
          <a:chOff x="0" y="0"/>
          <a:chExt cx="0" cy="0"/>
        </a:xfrm>
      </p:grpSpPr>
      <p:sp>
        <p:nvSpPr>
          <p:cNvPr id="62" name="Google Shape;62;p16"/>
          <p:cNvSpPr txBox="1"/>
          <p:nvPr>
            <p:ph type="title"/>
          </p:nvPr>
        </p:nvSpPr>
        <p:spPr>
          <a:xfrm>
            <a:off x="457200" y="273600"/>
            <a:ext cx="8229240" cy="1144800"/>
          </a:xfrm>
          <a:prstGeom prst="rect">
            <a:avLst/>
          </a:prstGeom>
          <a:noFill/>
          <a:ln>
            <a:noFill/>
          </a:ln>
        </p:spPr>
        <p:txBody>
          <a:bodyPr anchorCtr="0" anchor="ctr" bIns="91425" lIns="91425" spcFirstLastPara="1" rIns="91425" wrap="square" tIns="91425"/>
          <a:lstStyle>
            <a:lvl1pPr indent="0" lvl="0" marL="0" marR="0" rtl="0" algn="l">
              <a:lnSpc>
                <a:spcPct val="90000"/>
              </a:lnSpc>
              <a:spcBef>
                <a:spcPts val="0"/>
              </a:spcBef>
              <a:spcAft>
                <a:spcPts val="0"/>
              </a:spcAft>
              <a:buClr>
                <a:schemeClr val="dk1"/>
              </a:buClr>
              <a:buSzPts val="1400"/>
              <a:buFont typeface="Arial"/>
              <a:buNone/>
              <a:defRPr b="0" i="0" sz="4400" u="none" cap="none" strike="noStrike">
                <a:solidFill>
                  <a:schemeClr val="dk1"/>
                </a:solidFill>
                <a:latin typeface="Arial"/>
                <a:ea typeface="Arial"/>
                <a:cs typeface="Arial"/>
                <a:sym typeface="Arial"/>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63" name="Google Shape;63;p16"/>
          <p:cNvSpPr txBox="1"/>
          <p:nvPr>
            <p:ph idx="1" type="subTitle"/>
          </p:nvPr>
        </p:nvSpPr>
        <p:spPr>
          <a:xfrm>
            <a:off x="457200" y="1604520"/>
            <a:ext cx="8229240" cy="3977280"/>
          </a:xfrm>
          <a:prstGeom prst="rect">
            <a:avLst/>
          </a:prstGeom>
          <a:noFill/>
          <a:ln>
            <a:noFill/>
          </a:ln>
        </p:spPr>
        <p:txBody>
          <a:bodyPr anchorCtr="0" anchor="ctr" bIns="91425" lIns="91425" spcFirstLastPara="1" rIns="91425" wrap="square" tIns="91425"/>
          <a:lstStyle>
            <a:lvl1pPr indent="-228600" lvl="0" marL="2286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228600" lvl="1" marL="6858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228600" lvl="2" marL="1143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228600" lvl="3" marL="1600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228600" lvl="4" marL="2057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228600" lvl="5" marL="2514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228600" lvl="6" marL="2971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228600" lvl="7" marL="3429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228600" lvl="8" marL="3886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Content" type="obj">
  <p:cSld name="OBJECT">
    <p:spTree>
      <p:nvGrpSpPr>
        <p:cNvPr id="64" name="Shape 64"/>
        <p:cNvGrpSpPr/>
        <p:nvPr/>
      </p:nvGrpSpPr>
      <p:grpSpPr>
        <a:xfrm>
          <a:off x="0" y="0"/>
          <a:ext cx="0" cy="0"/>
          <a:chOff x="0" y="0"/>
          <a:chExt cx="0" cy="0"/>
        </a:xfrm>
      </p:grpSpPr>
      <p:sp>
        <p:nvSpPr>
          <p:cNvPr id="65" name="Google Shape;65;p17"/>
          <p:cNvSpPr txBox="1"/>
          <p:nvPr>
            <p:ph type="title"/>
          </p:nvPr>
        </p:nvSpPr>
        <p:spPr>
          <a:xfrm>
            <a:off x="457200" y="273600"/>
            <a:ext cx="8229240" cy="1144800"/>
          </a:xfrm>
          <a:prstGeom prst="rect">
            <a:avLst/>
          </a:prstGeom>
          <a:noFill/>
          <a:ln>
            <a:noFill/>
          </a:ln>
        </p:spPr>
        <p:txBody>
          <a:bodyPr anchorCtr="0" anchor="ctr" bIns="91425" lIns="91425" spcFirstLastPara="1" rIns="91425" wrap="square" tIns="91425"/>
          <a:lstStyle>
            <a:lvl1pPr indent="0" lvl="0" marL="0" marR="0" rtl="0" algn="l">
              <a:lnSpc>
                <a:spcPct val="90000"/>
              </a:lnSpc>
              <a:spcBef>
                <a:spcPts val="0"/>
              </a:spcBef>
              <a:spcAft>
                <a:spcPts val="0"/>
              </a:spcAft>
              <a:buClr>
                <a:schemeClr val="dk1"/>
              </a:buClr>
              <a:buSzPts val="1400"/>
              <a:buFont typeface="Arial"/>
              <a:buNone/>
              <a:defRPr b="0" i="0" sz="4400" u="none" cap="none" strike="noStrike">
                <a:solidFill>
                  <a:schemeClr val="dk1"/>
                </a:solidFill>
                <a:latin typeface="Arial"/>
                <a:ea typeface="Arial"/>
                <a:cs typeface="Arial"/>
                <a:sym typeface="Arial"/>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66" name="Google Shape;66;p17"/>
          <p:cNvSpPr txBox="1"/>
          <p:nvPr>
            <p:ph idx="1" type="body"/>
          </p:nvPr>
        </p:nvSpPr>
        <p:spPr>
          <a:xfrm>
            <a:off x="457200" y="1604520"/>
            <a:ext cx="8229240" cy="3977280"/>
          </a:xfrm>
          <a:prstGeom prst="rect">
            <a:avLst/>
          </a:prstGeom>
          <a:noFill/>
          <a:ln>
            <a:noFill/>
          </a:ln>
        </p:spPr>
        <p:txBody>
          <a:bodyPr anchorCtr="0" anchor="t" bIns="91425" lIns="91425" spcFirstLastPara="1" rIns="91425" wrap="square" tIns="91425"/>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2 Content" type="twoObj">
  <p:cSld name="TWO_OBJECTS">
    <p:spTree>
      <p:nvGrpSpPr>
        <p:cNvPr id="67" name="Shape 67"/>
        <p:cNvGrpSpPr/>
        <p:nvPr/>
      </p:nvGrpSpPr>
      <p:grpSpPr>
        <a:xfrm>
          <a:off x="0" y="0"/>
          <a:ext cx="0" cy="0"/>
          <a:chOff x="0" y="0"/>
          <a:chExt cx="0" cy="0"/>
        </a:xfrm>
      </p:grpSpPr>
      <p:sp>
        <p:nvSpPr>
          <p:cNvPr id="68" name="Google Shape;68;p18"/>
          <p:cNvSpPr txBox="1"/>
          <p:nvPr>
            <p:ph type="title"/>
          </p:nvPr>
        </p:nvSpPr>
        <p:spPr>
          <a:xfrm>
            <a:off x="457200" y="273600"/>
            <a:ext cx="8229240" cy="1144800"/>
          </a:xfrm>
          <a:prstGeom prst="rect">
            <a:avLst/>
          </a:prstGeom>
          <a:noFill/>
          <a:ln>
            <a:noFill/>
          </a:ln>
        </p:spPr>
        <p:txBody>
          <a:bodyPr anchorCtr="0" anchor="ctr" bIns="91425" lIns="91425" spcFirstLastPara="1" rIns="91425" wrap="square" tIns="91425"/>
          <a:lstStyle>
            <a:lvl1pPr indent="0" lvl="0" marL="0" marR="0" rtl="0" algn="l">
              <a:lnSpc>
                <a:spcPct val="90000"/>
              </a:lnSpc>
              <a:spcBef>
                <a:spcPts val="0"/>
              </a:spcBef>
              <a:spcAft>
                <a:spcPts val="0"/>
              </a:spcAft>
              <a:buClr>
                <a:schemeClr val="dk1"/>
              </a:buClr>
              <a:buSzPts val="1400"/>
              <a:buFont typeface="Arial"/>
              <a:buNone/>
              <a:defRPr b="0" i="0" sz="4400" u="none" cap="none" strike="noStrike">
                <a:solidFill>
                  <a:schemeClr val="dk1"/>
                </a:solidFill>
                <a:latin typeface="Arial"/>
                <a:ea typeface="Arial"/>
                <a:cs typeface="Arial"/>
                <a:sym typeface="Arial"/>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69" name="Google Shape;69;p18"/>
          <p:cNvSpPr txBox="1"/>
          <p:nvPr>
            <p:ph idx="1" type="body"/>
          </p:nvPr>
        </p:nvSpPr>
        <p:spPr>
          <a:xfrm>
            <a:off x="457200" y="1604520"/>
            <a:ext cx="4015800" cy="3977280"/>
          </a:xfrm>
          <a:prstGeom prst="rect">
            <a:avLst/>
          </a:prstGeom>
          <a:noFill/>
          <a:ln>
            <a:noFill/>
          </a:ln>
        </p:spPr>
        <p:txBody>
          <a:bodyPr anchorCtr="0" anchor="t" bIns="91425" lIns="91425" spcFirstLastPara="1" rIns="91425" wrap="square" tIns="91425"/>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70" name="Google Shape;70;p18"/>
          <p:cNvSpPr txBox="1"/>
          <p:nvPr>
            <p:ph idx="2" type="body"/>
          </p:nvPr>
        </p:nvSpPr>
        <p:spPr>
          <a:xfrm>
            <a:off x="4674240" y="1604520"/>
            <a:ext cx="4015800" cy="3977280"/>
          </a:xfrm>
          <a:prstGeom prst="rect">
            <a:avLst/>
          </a:prstGeom>
          <a:noFill/>
          <a:ln>
            <a:noFill/>
          </a:ln>
        </p:spPr>
        <p:txBody>
          <a:bodyPr anchorCtr="0" anchor="t" bIns="91425" lIns="91425" spcFirstLastPara="1" rIns="91425" wrap="square" tIns="91425"/>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71" name="Shape 71"/>
        <p:cNvGrpSpPr/>
        <p:nvPr/>
      </p:nvGrpSpPr>
      <p:grpSpPr>
        <a:xfrm>
          <a:off x="0" y="0"/>
          <a:ext cx="0" cy="0"/>
          <a:chOff x="0" y="0"/>
          <a:chExt cx="0" cy="0"/>
        </a:xfrm>
      </p:grpSpPr>
      <p:sp>
        <p:nvSpPr>
          <p:cNvPr id="72" name="Google Shape;72;p19"/>
          <p:cNvSpPr txBox="1"/>
          <p:nvPr>
            <p:ph type="title"/>
          </p:nvPr>
        </p:nvSpPr>
        <p:spPr>
          <a:xfrm>
            <a:off x="457200" y="273600"/>
            <a:ext cx="8229240" cy="1144800"/>
          </a:xfrm>
          <a:prstGeom prst="rect">
            <a:avLst/>
          </a:prstGeom>
          <a:noFill/>
          <a:ln>
            <a:noFill/>
          </a:ln>
        </p:spPr>
        <p:txBody>
          <a:bodyPr anchorCtr="0" anchor="ctr" bIns="91425" lIns="91425" spcFirstLastPara="1" rIns="91425" wrap="square" tIns="91425"/>
          <a:lstStyle>
            <a:lvl1pPr indent="0" lvl="0" marL="0" marR="0" rtl="0" algn="l">
              <a:lnSpc>
                <a:spcPct val="90000"/>
              </a:lnSpc>
              <a:spcBef>
                <a:spcPts val="0"/>
              </a:spcBef>
              <a:spcAft>
                <a:spcPts val="0"/>
              </a:spcAft>
              <a:buClr>
                <a:schemeClr val="dk1"/>
              </a:buClr>
              <a:buSzPts val="1400"/>
              <a:buFont typeface="Arial"/>
              <a:buNone/>
              <a:defRPr b="0" i="0" sz="4400" u="none" cap="none" strike="noStrike">
                <a:solidFill>
                  <a:schemeClr val="dk1"/>
                </a:solidFill>
                <a:latin typeface="Arial"/>
                <a:ea typeface="Arial"/>
                <a:cs typeface="Arial"/>
                <a:sym typeface="Arial"/>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entered Text" type="objOnly">
  <p:cSld name="OBJECT_ONLY">
    <p:spTree>
      <p:nvGrpSpPr>
        <p:cNvPr id="73" name="Shape 73"/>
        <p:cNvGrpSpPr/>
        <p:nvPr/>
      </p:nvGrpSpPr>
      <p:grpSpPr>
        <a:xfrm>
          <a:off x="0" y="0"/>
          <a:ext cx="0" cy="0"/>
          <a:chOff x="0" y="0"/>
          <a:chExt cx="0" cy="0"/>
        </a:xfrm>
      </p:grpSpPr>
      <p:sp>
        <p:nvSpPr>
          <p:cNvPr id="74" name="Google Shape;74;p20"/>
          <p:cNvSpPr txBox="1"/>
          <p:nvPr>
            <p:ph idx="1" type="subTitle"/>
          </p:nvPr>
        </p:nvSpPr>
        <p:spPr>
          <a:xfrm>
            <a:off x="457200" y="273600"/>
            <a:ext cx="8229240" cy="5307840"/>
          </a:xfrm>
          <a:prstGeom prst="rect">
            <a:avLst/>
          </a:prstGeom>
          <a:noFill/>
          <a:ln>
            <a:noFill/>
          </a:ln>
        </p:spPr>
        <p:txBody>
          <a:bodyPr anchorCtr="0" anchor="ctr" bIns="91425" lIns="91425" spcFirstLastPara="1" rIns="91425" wrap="square" tIns="91425"/>
          <a:lstStyle>
            <a:lvl1pPr indent="-228600" lvl="0" marL="2286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228600" lvl="1" marL="6858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228600" lvl="2" marL="1143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228600" lvl="3" marL="1600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228600" lvl="4" marL="2057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228600" lvl="5" marL="2514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228600" lvl="6" marL="2971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228600" lvl="7" marL="3429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228600" lvl="8" marL="3886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2 Content and Content" type="twoObjAndObj">
  <p:cSld name="TWO_OBJECTS_AND_OBJECT">
    <p:spTree>
      <p:nvGrpSpPr>
        <p:cNvPr id="75" name="Shape 75"/>
        <p:cNvGrpSpPr/>
        <p:nvPr/>
      </p:nvGrpSpPr>
      <p:grpSpPr>
        <a:xfrm>
          <a:off x="0" y="0"/>
          <a:ext cx="0" cy="0"/>
          <a:chOff x="0" y="0"/>
          <a:chExt cx="0" cy="0"/>
        </a:xfrm>
      </p:grpSpPr>
      <p:sp>
        <p:nvSpPr>
          <p:cNvPr id="76" name="Google Shape;76;p21"/>
          <p:cNvSpPr txBox="1"/>
          <p:nvPr>
            <p:ph type="title"/>
          </p:nvPr>
        </p:nvSpPr>
        <p:spPr>
          <a:xfrm>
            <a:off x="457200" y="273600"/>
            <a:ext cx="8229240" cy="1144800"/>
          </a:xfrm>
          <a:prstGeom prst="rect">
            <a:avLst/>
          </a:prstGeom>
          <a:noFill/>
          <a:ln>
            <a:noFill/>
          </a:ln>
        </p:spPr>
        <p:txBody>
          <a:bodyPr anchorCtr="0" anchor="ctr" bIns="91425" lIns="91425" spcFirstLastPara="1" rIns="91425" wrap="square" tIns="91425"/>
          <a:lstStyle>
            <a:lvl1pPr indent="0" lvl="0" marL="0" marR="0" rtl="0" algn="l">
              <a:lnSpc>
                <a:spcPct val="90000"/>
              </a:lnSpc>
              <a:spcBef>
                <a:spcPts val="0"/>
              </a:spcBef>
              <a:spcAft>
                <a:spcPts val="0"/>
              </a:spcAft>
              <a:buClr>
                <a:schemeClr val="dk1"/>
              </a:buClr>
              <a:buSzPts val="1400"/>
              <a:buFont typeface="Arial"/>
              <a:buNone/>
              <a:defRPr b="0" i="0" sz="4400" u="none" cap="none" strike="noStrike">
                <a:solidFill>
                  <a:schemeClr val="dk1"/>
                </a:solidFill>
                <a:latin typeface="Arial"/>
                <a:ea typeface="Arial"/>
                <a:cs typeface="Arial"/>
                <a:sym typeface="Arial"/>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77" name="Google Shape;77;p21"/>
          <p:cNvSpPr txBox="1"/>
          <p:nvPr>
            <p:ph idx="1" type="body"/>
          </p:nvPr>
        </p:nvSpPr>
        <p:spPr>
          <a:xfrm>
            <a:off x="457200" y="1604520"/>
            <a:ext cx="4015800" cy="1896840"/>
          </a:xfrm>
          <a:prstGeom prst="rect">
            <a:avLst/>
          </a:prstGeom>
          <a:noFill/>
          <a:ln>
            <a:noFill/>
          </a:ln>
        </p:spPr>
        <p:txBody>
          <a:bodyPr anchorCtr="0" anchor="t" bIns="91425" lIns="91425" spcFirstLastPara="1" rIns="91425" wrap="square" tIns="91425"/>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78" name="Google Shape;78;p21"/>
          <p:cNvSpPr txBox="1"/>
          <p:nvPr>
            <p:ph idx="2" type="body"/>
          </p:nvPr>
        </p:nvSpPr>
        <p:spPr>
          <a:xfrm>
            <a:off x="457200" y="3682080"/>
            <a:ext cx="4015800" cy="1896840"/>
          </a:xfrm>
          <a:prstGeom prst="rect">
            <a:avLst/>
          </a:prstGeom>
          <a:noFill/>
          <a:ln>
            <a:noFill/>
          </a:ln>
        </p:spPr>
        <p:txBody>
          <a:bodyPr anchorCtr="0" anchor="t" bIns="91425" lIns="91425" spcFirstLastPara="1" rIns="91425" wrap="square" tIns="91425"/>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79" name="Google Shape;79;p21"/>
          <p:cNvSpPr txBox="1"/>
          <p:nvPr>
            <p:ph idx="3" type="body"/>
          </p:nvPr>
        </p:nvSpPr>
        <p:spPr>
          <a:xfrm>
            <a:off x="4674240" y="1604520"/>
            <a:ext cx="4015800" cy="3977280"/>
          </a:xfrm>
          <a:prstGeom prst="rect">
            <a:avLst/>
          </a:prstGeom>
          <a:noFill/>
          <a:ln>
            <a:noFill/>
          </a:ln>
        </p:spPr>
        <p:txBody>
          <a:bodyPr anchorCtr="0" anchor="t" bIns="91425" lIns="91425" spcFirstLastPara="1" rIns="91425" wrap="square" tIns="91425"/>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Content and 2 Content" type="objAndTwoObj">
  <p:cSld name="OBJECT_AND_TWO_OBJECTS">
    <p:spTree>
      <p:nvGrpSpPr>
        <p:cNvPr id="80" name="Shape 80"/>
        <p:cNvGrpSpPr/>
        <p:nvPr/>
      </p:nvGrpSpPr>
      <p:grpSpPr>
        <a:xfrm>
          <a:off x="0" y="0"/>
          <a:ext cx="0" cy="0"/>
          <a:chOff x="0" y="0"/>
          <a:chExt cx="0" cy="0"/>
        </a:xfrm>
      </p:grpSpPr>
      <p:sp>
        <p:nvSpPr>
          <p:cNvPr id="81" name="Google Shape;81;p22"/>
          <p:cNvSpPr txBox="1"/>
          <p:nvPr>
            <p:ph type="title"/>
          </p:nvPr>
        </p:nvSpPr>
        <p:spPr>
          <a:xfrm>
            <a:off x="457200" y="273600"/>
            <a:ext cx="8229240" cy="1144800"/>
          </a:xfrm>
          <a:prstGeom prst="rect">
            <a:avLst/>
          </a:prstGeom>
          <a:noFill/>
          <a:ln>
            <a:noFill/>
          </a:ln>
        </p:spPr>
        <p:txBody>
          <a:bodyPr anchorCtr="0" anchor="ctr" bIns="91425" lIns="91425" spcFirstLastPara="1" rIns="91425" wrap="square" tIns="91425"/>
          <a:lstStyle>
            <a:lvl1pPr indent="0" lvl="0" marL="0" marR="0" rtl="0" algn="l">
              <a:lnSpc>
                <a:spcPct val="90000"/>
              </a:lnSpc>
              <a:spcBef>
                <a:spcPts val="0"/>
              </a:spcBef>
              <a:spcAft>
                <a:spcPts val="0"/>
              </a:spcAft>
              <a:buClr>
                <a:schemeClr val="dk1"/>
              </a:buClr>
              <a:buSzPts val="1400"/>
              <a:buFont typeface="Arial"/>
              <a:buNone/>
              <a:defRPr b="0" i="0" sz="4400" u="none" cap="none" strike="noStrike">
                <a:solidFill>
                  <a:schemeClr val="dk1"/>
                </a:solidFill>
                <a:latin typeface="Arial"/>
                <a:ea typeface="Arial"/>
                <a:cs typeface="Arial"/>
                <a:sym typeface="Arial"/>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82" name="Google Shape;82;p22"/>
          <p:cNvSpPr txBox="1"/>
          <p:nvPr>
            <p:ph idx="1" type="body"/>
          </p:nvPr>
        </p:nvSpPr>
        <p:spPr>
          <a:xfrm>
            <a:off x="457200" y="1604520"/>
            <a:ext cx="4015800" cy="3977280"/>
          </a:xfrm>
          <a:prstGeom prst="rect">
            <a:avLst/>
          </a:prstGeom>
          <a:noFill/>
          <a:ln>
            <a:noFill/>
          </a:ln>
        </p:spPr>
        <p:txBody>
          <a:bodyPr anchorCtr="0" anchor="t" bIns="91425" lIns="91425" spcFirstLastPara="1" rIns="91425" wrap="square" tIns="91425"/>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83" name="Google Shape;83;p22"/>
          <p:cNvSpPr txBox="1"/>
          <p:nvPr>
            <p:ph idx="2" type="body"/>
          </p:nvPr>
        </p:nvSpPr>
        <p:spPr>
          <a:xfrm>
            <a:off x="4674240" y="1604520"/>
            <a:ext cx="4015800" cy="1896840"/>
          </a:xfrm>
          <a:prstGeom prst="rect">
            <a:avLst/>
          </a:prstGeom>
          <a:noFill/>
          <a:ln>
            <a:noFill/>
          </a:ln>
        </p:spPr>
        <p:txBody>
          <a:bodyPr anchorCtr="0" anchor="t" bIns="91425" lIns="91425" spcFirstLastPara="1" rIns="91425" wrap="square" tIns="91425"/>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84" name="Google Shape;84;p22"/>
          <p:cNvSpPr txBox="1"/>
          <p:nvPr>
            <p:ph idx="3" type="body"/>
          </p:nvPr>
        </p:nvSpPr>
        <p:spPr>
          <a:xfrm>
            <a:off x="4674240" y="3682080"/>
            <a:ext cx="4015800" cy="1896840"/>
          </a:xfrm>
          <a:prstGeom prst="rect">
            <a:avLst/>
          </a:prstGeom>
          <a:noFill/>
          <a:ln>
            <a:noFill/>
          </a:ln>
        </p:spPr>
        <p:txBody>
          <a:bodyPr anchorCtr="0" anchor="t" bIns="91425" lIns="91425" spcFirstLastPara="1" rIns="91425" wrap="square" tIns="91425"/>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2 Content over Content" type="twoObjOverTx">
  <p:cSld name="TWO_OBJECTS_OVER_TEXT">
    <p:spTree>
      <p:nvGrpSpPr>
        <p:cNvPr id="85" name="Shape 85"/>
        <p:cNvGrpSpPr/>
        <p:nvPr/>
      </p:nvGrpSpPr>
      <p:grpSpPr>
        <a:xfrm>
          <a:off x="0" y="0"/>
          <a:ext cx="0" cy="0"/>
          <a:chOff x="0" y="0"/>
          <a:chExt cx="0" cy="0"/>
        </a:xfrm>
      </p:grpSpPr>
      <p:sp>
        <p:nvSpPr>
          <p:cNvPr id="86" name="Google Shape;86;p23"/>
          <p:cNvSpPr txBox="1"/>
          <p:nvPr>
            <p:ph type="title"/>
          </p:nvPr>
        </p:nvSpPr>
        <p:spPr>
          <a:xfrm>
            <a:off x="457200" y="273600"/>
            <a:ext cx="8229240" cy="1144800"/>
          </a:xfrm>
          <a:prstGeom prst="rect">
            <a:avLst/>
          </a:prstGeom>
          <a:noFill/>
          <a:ln>
            <a:noFill/>
          </a:ln>
        </p:spPr>
        <p:txBody>
          <a:bodyPr anchorCtr="0" anchor="ctr" bIns="91425" lIns="91425" spcFirstLastPara="1" rIns="91425" wrap="square" tIns="91425"/>
          <a:lstStyle>
            <a:lvl1pPr indent="0" lvl="0" marL="0" marR="0" rtl="0" algn="l">
              <a:lnSpc>
                <a:spcPct val="90000"/>
              </a:lnSpc>
              <a:spcBef>
                <a:spcPts val="0"/>
              </a:spcBef>
              <a:spcAft>
                <a:spcPts val="0"/>
              </a:spcAft>
              <a:buClr>
                <a:schemeClr val="dk1"/>
              </a:buClr>
              <a:buSzPts val="1400"/>
              <a:buFont typeface="Arial"/>
              <a:buNone/>
              <a:defRPr b="0" i="0" sz="4400" u="none" cap="none" strike="noStrike">
                <a:solidFill>
                  <a:schemeClr val="dk1"/>
                </a:solidFill>
                <a:latin typeface="Arial"/>
                <a:ea typeface="Arial"/>
                <a:cs typeface="Arial"/>
                <a:sym typeface="Arial"/>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87" name="Google Shape;87;p23"/>
          <p:cNvSpPr txBox="1"/>
          <p:nvPr>
            <p:ph idx="1" type="body"/>
          </p:nvPr>
        </p:nvSpPr>
        <p:spPr>
          <a:xfrm>
            <a:off x="457200" y="1604520"/>
            <a:ext cx="4015800" cy="1896840"/>
          </a:xfrm>
          <a:prstGeom prst="rect">
            <a:avLst/>
          </a:prstGeom>
          <a:noFill/>
          <a:ln>
            <a:noFill/>
          </a:ln>
        </p:spPr>
        <p:txBody>
          <a:bodyPr anchorCtr="0" anchor="t" bIns="91425" lIns="91425" spcFirstLastPara="1" rIns="91425" wrap="square" tIns="91425"/>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88" name="Google Shape;88;p23"/>
          <p:cNvSpPr txBox="1"/>
          <p:nvPr>
            <p:ph idx="2" type="body"/>
          </p:nvPr>
        </p:nvSpPr>
        <p:spPr>
          <a:xfrm>
            <a:off x="4674240" y="1604520"/>
            <a:ext cx="4015800" cy="1896840"/>
          </a:xfrm>
          <a:prstGeom prst="rect">
            <a:avLst/>
          </a:prstGeom>
          <a:noFill/>
          <a:ln>
            <a:noFill/>
          </a:ln>
        </p:spPr>
        <p:txBody>
          <a:bodyPr anchorCtr="0" anchor="t" bIns="91425" lIns="91425" spcFirstLastPara="1" rIns="91425" wrap="square" tIns="91425"/>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89" name="Google Shape;89;p23"/>
          <p:cNvSpPr txBox="1"/>
          <p:nvPr>
            <p:ph idx="3" type="body"/>
          </p:nvPr>
        </p:nvSpPr>
        <p:spPr>
          <a:xfrm>
            <a:off x="457200" y="3682080"/>
            <a:ext cx="8229240" cy="1896840"/>
          </a:xfrm>
          <a:prstGeom prst="rect">
            <a:avLst/>
          </a:prstGeom>
          <a:noFill/>
          <a:ln>
            <a:noFill/>
          </a:ln>
        </p:spPr>
        <p:txBody>
          <a:bodyPr anchorCtr="0" anchor="t" bIns="91425" lIns="91425" spcFirstLastPara="1" rIns="91425" wrap="square" tIns="91425"/>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Content over Content" type="objOverTx">
  <p:cSld name="OBJECT_OVER_TEXT">
    <p:spTree>
      <p:nvGrpSpPr>
        <p:cNvPr id="90" name="Shape 90"/>
        <p:cNvGrpSpPr/>
        <p:nvPr/>
      </p:nvGrpSpPr>
      <p:grpSpPr>
        <a:xfrm>
          <a:off x="0" y="0"/>
          <a:ext cx="0" cy="0"/>
          <a:chOff x="0" y="0"/>
          <a:chExt cx="0" cy="0"/>
        </a:xfrm>
      </p:grpSpPr>
      <p:sp>
        <p:nvSpPr>
          <p:cNvPr id="91" name="Google Shape;91;p24"/>
          <p:cNvSpPr txBox="1"/>
          <p:nvPr>
            <p:ph type="title"/>
          </p:nvPr>
        </p:nvSpPr>
        <p:spPr>
          <a:xfrm>
            <a:off x="457200" y="273600"/>
            <a:ext cx="8229240" cy="1144800"/>
          </a:xfrm>
          <a:prstGeom prst="rect">
            <a:avLst/>
          </a:prstGeom>
          <a:noFill/>
          <a:ln>
            <a:noFill/>
          </a:ln>
        </p:spPr>
        <p:txBody>
          <a:bodyPr anchorCtr="0" anchor="ctr" bIns="91425" lIns="91425" spcFirstLastPara="1" rIns="91425" wrap="square" tIns="91425"/>
          <a:lstStyle>
            <a:lvl1pPr indent="0" lvl="0" marL="0" marR="0" rtl="0" algn="l">
              <a:lnSpc>
                <a:spcPct val="90000"/>
              </a:lnSpc>
              <a:spcBef>
                <a:spcPts val="0"/>
              </a:spcBef>
              <a:spcAft>
                <a:spcPts val="0"/>
              </a:spcAft>
              <a:buClr>
                <a:schemeClr val="dk1"/>
              </a:buClr>
              <a:buSzPts val="1400"/>
              <a:buFont typeface="Arial"/>
              <a:buNone/>
              <a:defRPr b="0" i="0" sz="4400" u="none" cap="none" strike="noStrike">
                <a:solidFill>
                  <a:schemeClr val="dk1"/>
                </a:solidFill>
                <a:latin typeface="Arial"/>
                <a:ea typeface="Arial"/>
                <a:cs typeface="Arial"/>
                <a:sym typeface="Arial"/>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92" name="Google Shape;92;p24"/>
          <p:cNvSpPr txBox="1"/>
          <p:nvPr>
            <p:ph idx="1" type="body"/>
          </p:nvPr>
        </p:nvSpPr>
        <p:spPr>
          <a:xfrm>
            <a:off x="457200" y="1604520"/>
            <a:ext cx="8229240" cy="1896840"/>
          </a:xfrm>
          <a:prstGeom prst="rect">
            <a:avLst/>
          </a:prstGeom>
          <a:noFill/>
          <a:ln>
            <a:noFill/>
          </a:ln>
        </p:spPr>
        <p:txBody>
          <a:bodyPr anchorCtr="0" anchor="t" bIns="91425" lIns="91425" spcFirstLastPara="1" rIns="91425" wrap="square" tIns="91425"/>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93" name="Google Shape;93;p24"/>
          <p:cNvSpPr txBox="1"/>
          <p:nvPr>
            <p:ph idx="2" type="body"/>
          </p:nvPr>
        </p:nvSpPr>
        <p:spPr>
          <a:xfrm>
            <a:off x="457200" y="3682080"/>
            <a:ext cx="8229240" cy="1896840"/>
          </a:xfrm>
          <a:prstGeom prst="rect">
            <a:avLst/>
          </a:prstGeom>
          <a:noFill/>
          <a:ln>
            <a:noFill/>
          </a:ln>
        </p:spPr>
        <p:txBody>
          <a:bodyPr anchorCtr="0" anchor="t" bIns="91425" lIns="91425" spcFirstLastPara="1" rIns="91425" wrap="square" tIns="91425"/>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4 Content" type="fourObj">
  <p:cSld name="FOUR_OBJECTS">
    <p:spTree>
      <p:nvGrpSpPr>
        <p:cNvPr id="94" name="Shape 94"/>
        <p:cNvGrpSpPr/>
        <p:nvPr/>
      </p:nvGrpSpPr>
      <p:grpSpPr>
        <a:xfrm>
          <a:off x="0" y="0"/>
          <a:ext cx="0" cy="0"/>
          <a:chOff x="0" y="0"/>
          <a:chExt cx="0" cy="0"/>
        </a:xfrm>
      </p:grpSpPr>
      <p:sp>
        <p:nvSpPr>
          <p:cNvPr id="95" name="Google Shape;95;p25"/>
          <p:cNvSpPr txBox="1"/>
          <p:nvPr>
            <p:ph type="title"/>
          </p:nvPr>
        </p:nvSpPr>
        <p:spPr>
          <a:xfrm>
            <a:off x="457200" y="273600"/>
            <a:ext cx="8229240" cy="1144800"/>
          </a:xfrm>
          <a:prstGeom prst="rect">
            <a:avLst/>
          </a:prstGeom>
          <a:noFill/>
          <a:ln>
            <a:noFill/>
          </a:ln>
        </p:spPr>
        <p:txBody>
          <a:bodyPr anchorCtr="0" anchor="ctr" bIns="91425" lIns="91425" spcFirstLastPara="1" rIns="91425" wrap="square" tIns="91425"/>
          <a:lstStyle>
            <a:lvl1pPr indent="0" lvl="0" marL="0" marR="0" rtl="0" algn="l">
              <a:lnSpc>
                <a:spcPct val="90000"/>
              </a:lnSpc>
              <a:spcBef>
                <a:spcPts val="0"/>
              </a:spcBef>
              <a:spcAft>
                <a:spcPts val="0"/>
              </a:spcAft>
              <a:buClr>
                <a:schemeClr val="dk1"/>
              </a:buClr>
              <a:buSzPts val="1400"/>
              <a:buFont typeface="Arial"/>
              <a:buNone/>
              <a:defRPr b="0" i="0" sz="4400" u="none" cap="none" strike="noStrike">
                <a:solidFill>
                  <a:schemeClr val="dk1"/>
                </a:solidFill>
                <a:latin typeface="Arial"/>
                <a:ea typeface="Arial"/>
                <a:cs typeface="Arial"/>
                <a:sym typeface="Arial"/>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96" name="Google Shape;96;p25"/>
          <p:cNvSpPr txBox="1"/>
          <p:nvPr>
            <p:ph idx="1" type="body"/>
          </p:nvPr>
        </p:nvSpPr>
        <p:spPr>
          <a:xfrm>
            <a:off x="457200" y="1604520"/>
            <a:ext cx="4015800" cy="1896840"/>
          </a:xfrm>
          <a:prstGeom prst="rect">
            <a:avLst/>
          </a:prstGeom>
          <a:noFill/>
          <a:ln>
            <a:noFill/>
          </a:ln>
        </p:spPr>
        <p:txBody>
          <a:bodyPr anchorCtr="0" anchor="t" bIns="91425" lIns="91425" spcFirstLastPara="1" rIns="91425" wrap="square" tIns="91425"/>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97" name="Google Shape;97;p25"/>
          <p:cNvSpPr txBox="1"/>
          <p:nvPr>
            <p:ph idx="2" type="body"/>
          </p:nvPr>
        </p:nvSpPr>
        <p:spPr>
          <a:xfrm>
            <a:off x="4674240" y="1604520"/>
            <a:ext cx="4015800" cy="1896840"/>
          </a:xfrm>
          <a:prstGeom prst="rect">
            <a:avLst/>
          </a:prstGeom>
          <a:noFill/>
          <a:ln>
            <a:noFill/>
          </a:ln>
        </p:spPr>
        <p:txBody>
          <a:bodyPr anchorCtr="0" anchor="t" bIns="91425" lIns="91425" spcFirstLastPara="1" rIns="91425" wrap="square" tIns="91425"/>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98" name="Google Shape;98;p25"/>
          <p:cNvSpPr txBox="1"/>
          <p:nvPr>
            <p:ph idx="3" type="body"/>
          </p:nvPr>
        </p:nvSpPr>
        <p:spPr>
          <a:xfrm>
            <a:off x="4674240" y="3682080"/>
            <a:ext cx="4015800" cy="1896840"/>
          </a:xfrm>
          <a:prstGeom prst="rect">
            <a:avLst/>
          </a:prstGeom>
          <a:noFill/>
          <a:ln>
            <a:noFill/>
          </a:ln>
        </p:spPr>
        <p:txBody>
          <a:bodyPr anchorCtr="0" anchor="t" bIns="91425" lIns="91425" spcFirstLastPara="1" rIns="91425" wrap="square" tIns="91425"/>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99" name="Google Shape;99;p25"/>
          <p:cNvSpPr txBox="1"/>
          <p:nvPr>
            <p:ph idx="4" type="body"/>
          </p:nvPr>
        </p:nvSpPr>
        <p:spPr>
          <a:xfrm>
            <a:off x="457200" y="3682080"/>
            <a:ext cx="4015800" cy="1896840"/>
          </a:xfrm>
          <a:prstGeom prst="rect">
            <a:avLst/>
          </a:prstGeom>
          <a:noFill/>
          <a:ln>
            <a:noFill/>
          </a:ln>
        </p:spPr>
        <p:txBody>
          <a:bodyPr anchorCtr="0" anchor="t" bIns="91425" lIns="91425" spcFirstLastPara="1" rIns="91425" wrap="square" tIns="91425"/>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6 Content">
  <p:cSld name="Title, 6 Content">
    <p:spTree>
      <p:nvGrpSpPr>
        <p:cNvPr id="100" name="Shape 100"/>
        <p:cNvGrpSpPr/>
        <p:nvPr/>
      </p:nvGrpSpPr>
      <p:grpSpPr>
        <a:xfrm>
          <a:off x="0" y="0"/>
          <a:ext cx="0" cy="0"/>
          <a:chOff x="0" y="0"/>
          <a:chExt cx="0" cy="0"/>
        </a:xfrm>
      </p:grpSpPr>
      <p:sp>
        <p:nvSpPr>
          <p:cNvPr id="101" name="Google Shape;101;p26"/>
          <p:cNvSpPr txBox="1"/>
          <p:nvPr>
            <p:ph type="title"/>
          </p:nvPr>
        </p:nvSpPr>
        <p:spPr>
          <a:xfrm>
            <a:off x="457200" y="273600"/>
            <a:ext cx="8229240" cy="1144800"/>
          </a:xfrm>
          <a:prstGeom prst="rect">
            <a:avLst/>
          </a:prstGeom>
          <a:noFill/>
          <a:ln>
            <a:noFill/>
          </a:ln>
        </p:spPr>
        <p:txBody>
          <a:bodyPr anchorCtr="0" anchor="ctr" bIns="91425" lIns="91425" spcFirstLastPara="1" rIns="91425" wrap="square" tIns="91425"/>
          <a:lstStyle>
            <a:lvl1pPr indent="0" lvl="0" marL="0" marR="0" rtl="0" algn="l">
              <a:lnSpc>
                <a:spcPct val="90000"/>
              </a:lnSpc>
              <a:spcBef>
                <a:spcPts val="0"/>
              </a:spcBef>
              <a:spcAft>
                <a:spcPts val="0"/>
              </a:spcAft>
              <a:buClr>
                <a:schemeClr val="dk1"/>
              </a:buClr>
              <a:buSzPts val="1400"/>
              <a:buFont typeface="Arial"/>
              <a:buNone/>
              <a:defRPr b="0" i="0" sz="4400" u="none" cap="none" strike="noStrike">
                <a:solidFill>
                  <a:schemeClr val="dk1"/>
                </a:solidFill>
                <a:latin typeface="Arial"/>
                <a:ea typeface="Arial"/>
                <a:cs typeface="Arial"/>
                <a:sym typeface="Arial"/>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102" name="Google Shape;102;p26"/>
          <p:cNvSpPr txBox="1"/>
          <p:nvPr>
            <p:ph idx="1" type="body"/>
          </p:nvPr>
        </p:nvSpPr>
        <p:spPr>
          <a:xfrm>
            <a:off x="457200" y="1604520"/>
            <a:ext cx="8229240" cy="3977280"/>
          </a:xfrm>
          <a:prstGeom prst="rect">
            <a:avLst/>
          </a:prstGeom>
          <a:noFill/>
          <a:ln>
            <a:noFill/>
          </a:ln>
        </p:spPr>
        <p:txBody>
          <a:bodyPr anchorCtr="0" anchor="t" bIns="91425" lIns="91425" spcFirstLastPara="1" rIns="91425" wrap="square" tIns="91425"/>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03" name="Google Shape;103;p26"/>
          <p:cNvSpPr txBox="1"/>
          <p:nvPr>
            <p:ph idx="2" type="body"/>
          </p:nvPr>
        </p:nvSpPr>
        <p:spPr>
          <a:xfrm>
            <a:off x="457200" y="1604520"/>
            <a:ext cx="8229240" cy="3977280"/>
          </a:xfrm>
          <a:prstGeom prst="rect">
            <a:avLst/>
          </a:prstGeom>
          <a:noFill/>
          <a:ln>
            <a:noFill/>
          </a:ln>
        </p:spPr>
        <p:txBody>
          <a:bodyPr anchorCtr="0" anchor="t" bIns="91425" lIns="91425" spcFirstLastPara="1" rIns="91425" wrap="square" tIns="91425"/>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pic>
        <p:nvPicPr>
          <p:cNvPr id="104" name="Google Shape;104;p26"/>
          <p:cNvPicPr preferRelativeResize="0"/>
          <p:nvPr/>
        </p:nvPicPr>
        <p:blipFill rotWithShape="1">
          <a:blip r:embed="rId2">
            <a:alphaModFix/>
          </a:blip>
          <a:srcRect b="0" l="0" r="0" t="0"/>
          <a:stretch/>
        </p:blipFill>
        <p:spPr>
          <a:xfrm>
            <a:off x="2079000" y="1604520"/>
            <a:ext cx="4984920" cy="3977280"/>
          </a:xfrm>
          <a:prstGeom prst="rect">
            <a:avLst/>
          </a:prstGeom>
          <a:noFill/>
          <a:ln>
            <a:noFill/>
          </a:ln>
        </p:spPr>
      </p:pic>
      <p:pic>
        <p:nvPicPr>
          <p:cNvPr id="105" name="Google Shape;105;p26"/>
          <p:cNvPicPr preferRelativeResize="0"/>
          <p:nvPr/>
        </p:nvPicPr>
        <p:blipFill rotWithShape="1">
          <a:blip r:embed="rId2">
            <a:alphaModFix/>
          </a:blip>
          <a:srcRect b="0" l="0" r="0" t="0"/>
          <a:stretch/>
        </p:blipFill>
        <p:spPr>
          <a:xfrm>
            <a:off x="2079000" y="1604520"/>
            <a:ext cx="4984920" cy="3977280"/>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Slide" type="blank">
  <p:cSld name="BLANK">
    <p:spTree>
      <p:nvGrpSpPr>
        <p:cNvPr id="110" name="Shape 110"/>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x">
  <p:cSld name="TITLE_AND_BODY">
    <p:spTree>
      <p:nvGrpSpPr>
        <p:cNvPr id="111" name="Shape 111"/>
        <p:cNvGrpSpPr/>
        <p:nvPr/>
      </p:nvGrpSpPr>
      <p:grpSpPr>
        <a:xfrm>
          <a:off x="0" y="0"/>
          <a:ext cx="0" cy="0"/>
          <a:chOff x="0" y="0"/>
          <a:chExt cx="0" cy="0"/>
        </a:xfrm>
      </p:grpSpPr>
      <p:sp>
        <p:nvSpPr>
          <p:cNvPr id="112" name="Google Shape;112;p29"/>
          <p:cNvSpPr txBox="1"/>
          <p:nvPr>
            <p:ph type="title"/>
          </p:nvPr>
        </p:nvSpPr>
        <p:spPr>
          <a:xfrm>
            <a:off x="457200" y="273600"/>
            <a:ext cx="8229240" cy="1144800"/>
          </a:xfrm>
          <a:prstGeom prst="rect">
            <a:avLst/>
          </a:prstGeom>
          <a:noFill/>
          <a:ln>
            <a:noFill/>
          </a:ln>
        </p:spPr>
        <p:txBody>
          <a:bodyPr anchorCtr="0" anchor="ctr" bIns="91425" lIns="91425" spcFirstLastPara="1" rIns="91425" wrap="square" tIns="91425"/>
          <a:lstStyle>
            <a:lvl1pPr indent="0" lvl="0" marL="0" marR="0" rtl="0" algn="l">
              <a:lnSpc>
                <a:spcPct val="90000"/>
              </a:lnSpc>
              <a:spcBef>
                <a:spcPts val="0"/>
              </a:spcBef>
              <a:spcAft>
                <a:spcPts val="0"/>
              </a:spcAft>
              <a:buClr>
                <a:schemeClr val="dk1"/>
              </a:buClr>
              <a:buSzPts val="1400"/>
              <a:buFont typeface="Arial"/>
              <a:buNone/>
              <a:defRPr b="0" i="0" sz="4400" u="none" cap="none" strike="noStrike">
                <a:solidFill>
                  <a:schemeClr val="dk1"/>
                </a:solidFill>
                <a:latin typeface="Arial"/>
                <a:ea typeface="Arial"/>
                <a:cs typeface="Arial"/>
                <a:sym typeface="Arial"/>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113" name="Google Shape;113;p29"/>
          <p:cNvSpPr txBox="1"/>
          <p:nvPr>
            <p:ph idx="1" type="subTitle"/>
          </p:nvPr>
        </p:nvSpPr>
        <p:spPr>
          <a:xfrm>
            <a:off x="457200" y="1604520"/>
            <a:ext cx="8229240" cy="3977280"/>
          </a:xfrm>
          <a:prstGeom prst="rect">
            <a:avLst/>
          </a:prstGeom>
          <a:noFill/>
          <a:ln>
            <a:noFill/>
          </a:ln>
        </p:spPr>
        <p:txBody>
          <a:bodyPr anchorCtr="0" anchor="ctr" bIns="91425" lIns="91425" spcFirstLastPara="1" rIns="91425" wrap="square" tIns="91425"/>
          <a:lstStyle>
            <a:lvl1pPr indent="-228600" lvl="0" marL="2286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228600" lvl="1" marL="6858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228600" lvl="2" marL="1143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228600" lvl="3" marL="1600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228600" lvl="4" marL="2057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228600" lvl="5" marL="2514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228600" lvl="6" marL="2971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228600" lvl="7" marL="3429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228600" lvl="8" marL="3886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Content" type="obj">
  <p:cSld name="OBJECT">
    <p:spTree>
      <p:nvGrpSpPr>
        <p:cNvPr id="114" name="Shape 114"/>
        <p:cNvGrpSpPr/>
        <p:nvPr/>
      </p:nvGrpSpPr>
      <p:grpSpPr>
        <a:xfrm>
          <a:off x="0" y="0"/>
          <a:ext cx="0" cy="0"/>
          <a:chOff x="0" y="0"/>
          <a:chExt cx="0" cy="0"/>
        </a:xfrm>
      </p:grpSpPr>
      <p:sp>
        <p:nvSpPr>
          <p:cNvPr id="115" name="Google Shape;115;p30"/>
          <p:cNvSpPr txBox="1"/>
          <p:nvPr>
            <p:ph type="title"/>
          </p:nvPr>
        </p:nvSpPr>
        <p:spPr>
          <a:xfrm>
            <a:off x="457200" y="273600"/>
            <a:ext cx="8229240" cy="1144800"/>
          </a:xfrm>
          <a:prstGeom prst="rect">
            <a:avLst/>
          </a:prstGeom>
          <a:noFill/>
          <a:ln>
            <a:noFill/>
          </a:ln>
        </p:spPr>
        <p:txBody>
          <a:bodyPr anchorCtr="0" anchor="ctr" bIns="91425" lIns="91425" spcFirstLastPara="1" rIns="91425" wrap="square" tIns="91425"/>
          <a:lstStyle>
            <a:lvl1pPr indent="0" lvl="0" marL="0" marR="0" rtl="0" algn="l">
              <a:lnSpc>
                <a:spcPct val="90000"/>
              </a:lnSpc>
              <a:spcBef>
                <a:spcPts val="0"/>
              </a:spcBef>
              <a:spcAft>
                <a:spcPts val="0"/>
              </a:spcAft>
              <a:buClr>
                <a:schemeClr val="dk1"/>
              </a:buClr>
              <a:buSzPts val="1400"/>
              <a:buFont typeface="Arial"/>
              <a:buNone/>
              <a:defRPr b="0" i="0" sz="4400" u="none" cap="none" strike="noStrike">
                <a:solidFill>
                  <a:schemeClr val="dk1"/>
                </a:solidFill>
                <a:latin typeface="Arial"/>
                <a:ea typeface="Arial"/>
                <a:cs typeface="Arial"/>
                <a:sym typeface="Arial"/>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116" name="Google Shape;116;p30"/>
          <p:cNvSpPr txBox="1"/>
          <p:nvPr>
            <p:ph idx="1" type="body"/>
          </p:nvPr>
        </p:nvSpPr>
        <p:spPr>
          <a:xfrm>
            <a:off x="457200" y="1604520"/>
            <a:ext cx="8229240" cy="3977280"/>
          </a:xfrm>
          <a:prstGeom prst="rect">
            <a:avLst/>
          </a:prstGeom>
          <a:noFill/>
          <a:ln>
            <a:noFill/>
          </a:ln>
        </p:spPr>
        <p:txBody>
          <a:bodyPr anchorCtr="0" anchor="t" bIns="91425" lIns="91425" spcFirstLastPara="1" rIns="91425" wrap="square" tIns="91425"/>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2 Content" type="twoObj">
  <p:cSld name="TWO_OBJECTS">
    <p:spTree>
      <p:nvGrpSpPr>
        <p:cNvPr id="117" name="Shape 117"/>
        <p:cNvGrpSpPr/>
        <p:nvPr/>
      </p:nvGrpSpPr>
      <p:grpSpPr>
        <a:xfrm>
          <a:off x="0" y="0"/>
          <a:ext cx="0" cy="0"/>
          <a:chOff x="0" y="0"/>
          <a:chExt cx="0" cy="0"/>
        </a:xfrm>
      </p:grpSpPr>
      <p:sp>
        <p:nvSpPr>
          <p:cNvPr id="118" name="Google Shape;118;p31"/>
          <p:cNvSpPr txBox="1"/>
          <p:nvPr>
            <p:ph type="title"/>
          </p:nvPr>
        </p:nvSpPr>
        <p:spPr>
          <a:xfrm>
            <a:off x="457200" y="273600"/>
            <a:ext cx="8229240" cy="1144800"/>
          </a:xfrm>
          <a:prstGeom prst="rect">
            <a:avLst/>
          </a:prstGeom>
          <a:noFill/>
          <a:ln>
            <a:noFill/>
          </a:ln>
        </p:spPr>
        <p:txBody>
          <a:bodyPr anchorCtr="0" anchor="ctr" bIns="91425" lIns="91425" spcFirstLastPara="1" rIns="91425" wrap="square" tIns="91425"/>
          <a:lstStyle>
            <a:lvl1pPr indent="0" lvl="0" marL="0" marR="0" rtl="0" algn="l">
              <a:lnSpc>
                <a:spcPct val="90000"/>
              </a:lnSpc>
              <a:spcBef>
                <a:spcPts val="0"/>
              </a:spcBef>
              <a:spcAft>
                <a:spcPts val="0"/>
              </a:spcAft>
              <a:buClr>
                <a:schemeClr val="dk1"/>
              </a:buClr>
              <a:buSzPts val="1400"/>
              <a:buFont typeface="Arial"/>
              <a:buNone/>
              <a:defRPr b="0" i="0" sz="4400" u="none" cap="none" strike="noStrike">
                <a:solidFill>
                  <a:schemeClr val="dk1"/>
                </a:solidFill>
                <a:latin typeface="Arial"/>
                <a:ea typeface="Arial"/>
                <a:cs typeface="Arial"/>
                <a:sym typeface="Arial"/>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119" name="Google Shape;119;p31"/>
          <p:cNvSpPr txBox="1"/>
          <p:nvPr>
            <p:ph idx="1" type="body"/>
          </p:nvPr>
        </p:nvSpPr>
        <p:spPr>
          <a:xfrm>
            <a:off x="457200" y="1604520"/>
            <a:ext cx="4015800" cy="3977280"/>
          </a:xfrm>
          <a:prstGeom prst="rect">
            <a:avLst/>
          </a:prstGeom>
          <a:noFill/>
          <a:ln>
            <a:noFill/>
          </a:ln>
        </p:spPr>
        <p:txBody>
          <a:bodyPr anchorCtr="0" anchor="t" bIns="91425" lIns="91425" spcFirstLastPara="1" rIns="91425" wrap="square" tIns="91425"/>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0" name="Google Shape;120;p31"/>
          <p:cNvSpPr txBox="1"/>
          <p:nvPr>
            <p:ph idx="2" type="body"/>
          </p:nvPr>
        </p:nvSpPr>
        <p:spPr>
          <a:xfrm>
            <a:off x="4674240" y="1604520"/>
            <a:ext cx="4015800" cy="3977280"/>
          </a:xfrm>
          <a:prstGeom prst="rect">
            <a:avLst/>
          </a:prstGeom>
          <a:noFill/>
          <a:ln>
            <a:noFill/>
          </a:ln>
        </p:spPr>
        <p:txBody>
          <a:bodyPr anchorCtr="0" anchor="t" bIns="91425" lIns="91425" spcFirstLastPara="1" rIns="91425" wrap="square" tIns="91425"/>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121" name="Shape 121"/>
        <p:cNvGrpSpPr/>
        <p:nvPr/>
      </p:nvGrpSpPr>
      <p:grpSpPr>
        <a:xfrm>
          <a:off x="0" y="0"/>
          <a:ext cx="0" cy="0"/>
          <a:chOff x="0" y="0"/>
          <a:chExt cx="0" cy="0"/>
        </a:xfrm>
      </p:grpSpPr>
      <p:sp>
        <p:nvSpPr>
          <p:cNvPr id="122" name="Google Shape;122;p32"/>
          <p:cNvSpPr txBox="1"/>
          <p:nvPr>
            <p:ph type="title"/>
          </p:nvPr>
        </p:nvSpPr>
        <p:spPr>
          <a:xfrm>
            <a:off x="457200" y="273600"/>
            <a:ext cx="8229240" cy="1144800"/>
          </a:xfrm>
          <a:prstGeom prst="rect">
            <a:avLst/>
          </a:prstGeom>
          <a:noFill/>
          <a:ln>
            <a:noFill/>
          </a:ln>
        </p:spPr>
        <p:txBody>
          <a:bodyPr anchorCtr="0" anchor="ctr" bIns="91425" lIns="91425" spcFirstLastPara="1" rIns="91425" wrap="square" tIns="91425"/>
          <a:lstStyle>
            <a:lvl1pPr indent="0" lvl="0" marL="0" marR="0" rtl="0" algn="l">
              <a:lnSpc>
                <a:spcPct val="90000"/>
              </a:lnSpc>
              <a:spcBef>
                <a:spcPts val="0"/>
              </a:spcBef>
              <a:spcAft>
                <a:spcPts val="0"/>
              </a:spcAft>
              <a:buClr>
                <a:schemeClr val="dk1"/>
              </a:buClr>
              <a:buSzPts val="1400"/>
              <a:buFont typeface="Arial"/>
              <a:buNone/>
              <a:defRPr b="0" i="0" sz="4400" u="none" cap="none" strike="noStrike">
                <a:solidFill>
                  <a:schemeClr val="dk1"/>
                </a:solidFill>
                <a:latin typeface="Arial"/>
                <a:ea typeface="Arial"/>
                <a:cs typeface="Arial"/>
                <a:sym typeface="Arial"/>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entered Text" type="objOnly">
  <p:cSld name="OBJECT_ONLY">
    <p:spTree>
      <p:nvGrpSpPr>
        <p:cNvPr id="123" name="Shape 123"/>
        <p:cNvGrpSpPr/>
        <p:nvPr/>
      </p:nvGrpSpPr>
      <p:grpSpPr>
        <a:xfrm>
          <a:off x="0" y="0"/>
          <a:ext cx="0" cy="0"/>
          <a:chOff x="0" y="0"/>
          <a:chExt cx="0" cy="0"/>
        </a:xfrm>
      </p:grpSpPr>
      <p:sp>
        <p:nvSpPr>
          <p:cNvPr id="124" name="Google Shape;124;p33"/>
          <p:cNvSpPr txBox="1"/>
          <p:nvPr>
            <p:ph idx="1" type="subTitle"/>
          </p:nvPr>
        </p:nvSpPr>
        <p:spPr>
          <a:xfrm>
            <a:off x="457200" y="273600"/>
            <a:ext cx="8229240" cy="5307840"/>
          </a:xfrm>
          <a:prstGeom prst="rect">
            <a:avLst/>
          </a:prstGeom>
          <a:noFill/>
          <a:ln>
            <a:noFill/>
          </a:ln>
        </p:spPr>
        <p:txBody>
          <a:bodyPr anchorCtr="0" anchor="ctr" bIns="91425" lIns="91425" spcFirstLastPara="1" rIns="91425" wrap="square" tIns="91425"/>
          <a:lstStyle>
            <a:lvl1pPr indent="-228600" lvl="0" marL="2286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228600" lvl="1" marL="6858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228600" lvl="2" marL="1143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228600" lvl="3" marL="1600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228600" lvl="4" marL="2057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228600" lvl="5" marL="2514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228600" lvl="6" marL="2971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228600" lvl="7" marL="3429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228600" lvl="8" marL="3886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2 Content and Content" type="twoObjAndObj">
  <p:cSld name="TWO_OBJECTS_AND_OBJECT">
    <p:spTree>
      <p:nvGrpSpPr>
        <p:cNvPr id="125" name="Shape 125"/>
        <p:cNvGrpSpPr/>
        <p:nvPr/>
      </p:nvGrpSpPr>
      <p:grpSpPr>
        <a:xfrm>
          <a:off x="0" y="0"/>
          <a:ext cx="0" cy="0"/>
          <a:chOff x="0" y="0"/>
          <a:chExt cx="0" cy="0"/>
        </a:xfrm>
      </p:grpSpPr>
      <p:sp>
        <p:nvSpPr>
          <p:cNvPr id="126" name="Google Shape;126;p34"/>
          <p:cNvSpPr txBox="1"/>
          <p:nvPr>
            <p:ph type="title"/>
          </p:nvPr>
        </p:nvSpPr>
        <p:spPr>
          <a:xfrm>
            <a:off x="457200" y="273600"/>
            <a:ext cx="8229240" cy="1144800"/>
          </a:xfrm>
          <a:prstGeom prst="rect">
            <a:avLst/>
          </a:prstGeom>
          <a:noFill/>
          <a:ln>
            <a:noFill/>
          </a:ln>
        </p:spPr>
        <p:txBody>
          <a:bodyPr anchorCtr="0" anchor="ctr" bIns="91425" lIns="91425" spcFirstLastPara="1" rIns="91425" wrap="square" tIns="91425"/>
          <a:lstStyle>
            <a:lvl1pPr indent="0" lvl="0" marL="0" marR="0" rtl="0" algn="l">
              <a:lnSpc>
                <a:spcPct val="90000"/>
              </a:lnSpc>
              <a:spcBef>
                <a:spcPts val="0"/>
              </a:spcBef>
              <a:spcAft>
                <a:spcPts val="0"/>
              </a:spcAft>
              <a:buClr>
                <a:schemeClr val="dk1"/>
              </a:buClr>
              <a:buSzPts val="1400"/>
              <a:buFont typeface="Arial"/>
              <a:buNone/>
              <a:defRPr b="0" i="0" sz="4400" u="none" cap="none" strike="noStrike">
                <a:solidFill>
                  <a:schemeClr val="dk1"/>
                </a:solidFill>
                <a:latin typeface="Arial"/>
                <a:ea typeface="Arial"/>
                <a:cs typeface="Arial"/>
                <a:sym typeface="Arial"/>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127" name="Google Shape;127;p34"/>
          <p:cNvSpPr txBox="1"/>
          <p:nvPr>
            <p:ph idx="1" type="body"/>
          </p:nvPr>
        </p:nvSpPr>
        <p:spPr>
          <a:xfrm>
            <a:off x="457200" y="1604520"/>
            <a:ext cx="4015800" cy="1896840"/>
          </a:xfrm>
          <a:prstGeom prst="rect">
            <a:avLst/>
          </a:prstGeom>
          <a:noFill/>
          <a:ln>
            <a:noFill/>
          </a:ln>
        </p:spPr>
        <p:txBody>
          <a:bodyPr anchorCtr="0" anchor="t" bIns="91425" lIns="91425" spcFirstLastPara="1" rIns="91425" wrap="square" tIns="91425"/>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8" name="Google Shape;128;p34"/>
          <p:cNvSpPr txBox="1"/>
          <p:nvPr>
            <p:ph idx="2" type="body"/>
          </p:nvPr>
        </p:nvSpPr>
        <p:spPr>
          <a:xfrm>
            <a:off x="457200" y="3682080"/>
            <a:ext cx="4015800" cy="1896840"/>
          </a:xfrm>
          <a:prstGeom prst="rect">
            <a:avLst/>
          </a:prstGeom>
          <a:noFill/>
          <a:ln>
            <a:noFill/>
          </a:ln>
        </p:spPr>
        <p:txBody>
          <a:bodyPr anchorCtr="0" anchor="t" bIns="91425" lIns="91425" spcFirstLastPara="1" rIns="91425" wrap="square" tIns="91425"/>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9" name="Google Shape;129;p34"/>
          <p:cNvSpPr txBox="1"/>
          <p:nvPr>
            <p:ph idx="3" type="body"/>
          </p:nvPr>
        </p:nvSpPr>
        <p:spPr>
          <a:xfrm>
            <a:off x="4674240" y="1604520"/>
            <a:ext cx="4015800" cy="3977280"/>
          </a:xfrm>
          <a:prstGeom prst="rect">
            <a:avLst/>
          </a:prstGeom>
          <a:noFill/>
          <a:ln>
            <a:noFill/>
          </a:ln>
        </p:spPr>
        <p:txBody>
          <a:bodyPr anchorCtr="0" anchor="t" bIns="91425" lIns="91425" spcFirstLastPara="1" rIns="91425" wrap="square" tIns="91425"/>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Content and 2 Content" type="objAndTwoObj">
  <p:cSld name="OBJECT_AND_TWO_OBJECTS">
    <p:spTree>
      <p:nvGrpSpPr>
        <p:cNvPr id="130" name="Shape 130"/>
        <p:cNvGrpSpPr/>
        <p:nvPr/>
      </p:nvGrpSpPr>
      <p:grpSpPr>
        <a:xfrm>
          <a:off x="0" y="0"/>
          <a:ext cx="0" cy="0"/>
          <a:chOff x="0" y="0"/>
          <a:chExt cx="0" cy="0"/>
        </a:xfrm>
      </p:grpSpPr>
      <p:sp>
        <p:nvSpPr>
          <p:cNvPr id="131" name="Google Shape;131;p35"/>
          <p:cNvSpPr txBox="1"/>
          <p:nvPr>
            <p:ph type="title"/>
          </p:nvPr>
        </p:nvSpPr>
        <p:spPr>
          <a:xfrm>
            <a:off x="457200" y="273600"/>
            <a:ext cx="8229240" cy="1144800"/>
          </a:xfrm>
          <a:prstGeom prst="rect">
            <a:avLst/>
          </a:prstGeom>
          <a:noFill/>
          <a:ln>
            <a:noFill/>
          </a:ln>
        </p:spPr>
        <p:txBody>
          <a:bodyPr anchorCtr="0" anchor="ctr" bIns="91425" lIns="91425" spcFirstLastPara="1" rIns="91425" wrap="square" tIns="91425"/>
          <a:lstStyle>
            <a:lvl1pPr indent="0" lvl="0" marL="0" marR="0" rtl="0" algn="l">
              <a:lnSpc>
                <a:spcPct val="90000"/>
              </a:lnSpc>
              <a:spcBef>
                <a:spcPts val="0"/>
              </a:spcBef>
              <a:spcAft>
                <a:spcPts val="0"/>
              </a:spcAft>
              <a:buClr>
                <a:schemeClr val="dk1"/>
              </a:buClr>
              <a:buSzPts val="1400"/>
              <a:buFont typeface="Arial"/>
              <a:buNone/>
              <a:defRPr b="0" i="0" sz="4400" u="none" cap="none" strike="noStrike">
                <a:solidFill>
                  <a:schemeClr val="dk1"/>
                </a:solidFill>
                <a:latin typeface="Arial"/>
                <a:ea typeface="Arial"/>
                <a:cs typeface="Arial"/>
                <a:sym typeface="Arial"/>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132" name="Google Shape;132;p35"/>
          <p:cNvSpPr txBox="1"/>
          <p:nvPr>
            <p:ph idx="1" type="body"/>
          </p:nvPr>
        </p:nvSpPr>
        <p:spPr>
          <a:xfrm>
            <a:off x="457200" y="1604520"/>
            <a:ext cx="4015800" cy="3977280"/>
          </a:xfrm>
          <a:prstGeom prst="rect">
            <a:avLst/>
          </a:prstGeom>
          <a:noFill/>
          <a:ln>
            <a:noFill/>
          </a:ln>
        </p:spPr>
        <p:txBody>
          <a:bodyPr anchorCtr="0" anchor="t" bIns="91425" lIns="91425" spcFirstLastPara="1" rIns="91425" wrap="square" tIns="91425"/>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33" name="Google Shape;133;p35"/>
          <p:cNvSpPr txBox="1"/>
          <p:nvPr>
            <p:ph idx="2" type="body"/>
          </p:nvPr>
        </p:nvSpPr>
        <p:spPr>
          <a:xfrm>
            <a:off x="4674240" y="1604520"/>
            <a:ext cx="4015800" cy="1896840"/>
          </a:xfrm>
          <a:prstGeom prst="rect">
            <a:avLst/>
          </a:prstGeom>
          <a:noFill/>
          <a:ln>
            <a:noFill/>
          </a:ln>
        </p:spPr>
        <p:txBody>
          <a:bodyPr anchorCtr="0" anchor="t" bIns="91425" lIns="91425" spcFirstLastPara="1" rIns="91425" wrap="square" tIns="91425"/>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34" name="Google Shape;134;p35"/>
          <p:cNvSpPr txBox="1"/>
          <p:nvPr>
            <p:ph idx="3" type="body"/>
          </p:nvPr>
        </p:nvSpPr>
        <p:spPr>
          <a:xfrm>
            <a:off x="4674240" y="3682080"/>
            <a:ext cx="4015800" cy="1896840"/>
          </a:xfrm>
          <a:prstGeom prst="rect">
            <a:avLst/>
          </a:prstGeom>
          <a:noFill/>
          <a:ln>
            <a:noFill/>
          </a:ln>
        </p:spPr>
        <p:txBody>
          <a:bodyPr anchorCtr="0" anchor="t" bIns="91425" lIns="91425" spcFirstLastPara="1" rIns="91425" wrap="square" tIns="91425"/>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2 Content over Content" type="twoObjOverTx">
  <p:cSld name="TWO_OBJECTS_OVER_TEXT">
    <p:spTree>
      <p:nvGrpSpPr>
        <p:cNvPr id="135" name="Shape 135"/>
        <p:cNvGrpSpPr/>
        <p:nvPr/>
      </p:nvGrpSpPr>
      <p:grpSpPr>
        <a:xfrm>
          <a:off x="0" y="0"/>
          <a:ext cx="0" cy="0"/>
          <a:chOff x="0" y="0"/>
          <a:chExt cx="0" cy="0"/>
        </a:xfrm>
      </p:grpSpPr>
      <p:sp>
        <p:nvSpPr>
          <p:cNvPr id="136" name="Google Shape;136;p36"/>
          <p:cNvSpPr txBox="1"/>
          <p:nvPr>
            <p:ph type="title"/>
          </p:nvPr>
        </p:nvSpPr>
        <p:spPr>
          <a:xfrm>
            <a:off x="457200" y="273600"/>
            <a:ext cx="8229240" cy="1144800"/>
          </a:xfrm>
          <a:prstGeom prst="rect">
            <a:avLst/>
          </a:prstGeom>
          <a:noFill/>
          <a:ln>
            <a:noFill/>
          </a:ln>
        </p:spPr>
        <p:txBody>
          <a:bodyPr anchorCtr="0" anchor="ctr" bIns="91425" lIns="91425" spcFirstLastPara="1" rIns="91425" wrap="square" tIns="91425"/>
          <a:lstStyle>
            <a:lvl1pPr indent="0" lvl="0" marL="0" marR="0" rtl="0" algn="l">
              <a:lnSpc>
                <a:spcPct val="90000"/>
              </a:lnSpc>
              <a:spcBef>
                <a:spcPts val="0"/>
              </a:spcBef>
              <a:spcAft>
                <a:spcPts val="0"/>
              </a:spcAft>
              <a:buClr>
                <a:schemeClr val="dk1"/>
              </a:buClr>
              <a:buSzPts val="1400"/>
              <a:buFont typeface="Arial"/>
              <a:buNone/>
              <a:defRPr b="0" i="0" sz="4400" u="none" cap="none" strike="noStrike">
                <a:solidFill>
                  <a:schemeClr val="dk1"/>
                </a:solidFill>
                <a:latin typeface="Arial"/>
                <a:ea typeface="Arial"/>
                <a:cs typeface="Arial"/>
                <a:sym typeface="Arial"/>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137" name="Google Shape;137;p36"/>
          <p:cNvSpPr txBox="1"/>
          <p:nvPr>
            <p:ph idx="1" type="body"/>
          </p:nvPr>
        </p:nvSpPr>
        <p:spPr>
          <a:xfrm>
            <a:off x="457200" y="1604520"/>
            <a:ext cx="4015800" cy="1896840"/>
          </a:xfrm>
          <a:prstGeom prst="rect">
            <a:avLst/>
          </a:prstGeom>
          <a:noFill/>
          <a:ln>
            <a:noFill/>
          </a:ln>
        </p:spPr>
        <p:txBody>
          <a:bodyPr anchorCtr="0" anchor="t" bIns="91425" lIns="91425" spcFirstLastPara="1" rIns="91425" wrap="square" tIns="91425"/>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38" name="Google Shape;138;p36"/>
          <p:cNvSpPr txBox="1"/>
          <p:nvPr>
            <p:ph idx="2" type="body"/>
          </p:nvPr>
        </p:nvSpPr>
        <p:spPr>
          <a:xfrm>
            <a:off x="4674240" y="1604520"/>
            <a:ext cx="4015800" cy="1896840"/>
          </a:xfrm>
          <a:prstGeom prst="rect">
            <a:avLst/>
          </a:prstGeom>
          <a:noFill/>
          <a:ln>
            <a:noFill/>
          </a:ln>
        </p:spPr>
        <p:txBody>
          <a:bodyPr anchorCtr="0" anchor="t" bIns="91425" lIns="91425" spcFirstLastPara="1" rIns="91425" wrap="square" tIns="91425"/>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39" name="Google Shape;139;p36"/>
          <p:cNvSpPr txBox="1"/>
          <p:nvPr>
            <p:ph idx="3" type="body"/>
          </p:nvPr>
        </p:nvSpPr>
        <p:spPr>
          <a:xfrm>
            <a:off x="457200" y="3682080"/>
            <a:ext cx="8229240" cy="1896840"/>
          </a:xfrm>
          <a:prstGeom prst="rect">
            <a:avLst/>
          </a:prstGeom>
          <a:noFill/>
          <a:ln>
            <a:noFill/>
          </a:ln>
        </p:spPr>
        <p:txBody>
          <a:bodyPr anchorCtr="0" anchor="t" bIns="91425" lIns="91425" spcFirstLastPara="1" rIns="91425" wrap="square" tIns="91425"/>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Content over Content" type="objOverTx">
  <p:cSld name="OBJECT_OVER_TEXT">
    <p:spTree>
      <p:nvGrpSpPr>
        <p:cNvPr id="140" name="Shape 140"/>
        <p:cNvGrpSpPr/>
        <p:nvPr/>
      </p:nvGrpSpPr>
      <p:grpSpPr>
        <a:xfrm>
          <a:off x="0" y="0"/>
          <a:ext cx="0" cy="0"/>
          <a:chOff x="0" y="0"/>
          <a:chExt cx="0" cy="0"/>
        </a:xfrm>
      </p:grpSpPr>
      <p:sp>
        <p:nvSpPr>
          <p:cNvPr id="141" name="Google Shape;141;p37"/>
          <p:cNvSpPr txBox="1"/>
          <p:nvPr>
            <p:ph type="title"/>
          </p:nvPr>
        </p:nvSpPr>
        <p:spPr>
          <a:xfrm>
            <a:off x="457200" y="273600"/>
            <a:ext cx="8229240" cy="1144800"/>
          </a:xfrm>
          <a:prstGeom prst="rect">
            <a:avLst/>
          </a:prstGeom>
          <a:noFill/>
          <a:ln>
            <a:noFill/>
          </a:ln>
        </p:spPr>
        <p:txBody>
          <a:bodyPr anchorCtr="0" anchor="ctr" bIns="91425" lIns="91425" spcFirstLastPara="1" rIns="91425" wrap="square" tIns="91425"/>
          <a:lstStyle>
            <a:lvl1pPr indent="0" lvl="0" marL="0" marR="0" rtl="0" algn="l">
              <a:lnSpc>
                <a:spcPct val="90000"/>
              </a:lnSpc>
              <a:spcBef>
                <a:spcPts val="0"/>
              </a:spcBef>
              <a:spcAft>
                <a:spcPts val="0"/>
              </a:spcAft>
              <a:buClr>
                <a:schemeClr val="dk1"/>
              </a:buClr>
              <a:buSzPts val="1400"/>
              <a:buFont typeface="Arial"/>
              <a:buNone/>
              <a:defRPr b="0" i="0" sz="4400" u="none" cap="none" strike="noStrike">
                <a:solidFill>
                  <a:schemeClr val="dk1"/>
                </a:solidFill>
                <a:latin typeface="Arial"/>
                <a:ea typeface="Arial"/>
                <a:cs typeface="Arial"/>
                <a:sym typeface="Arial"/>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142" name="Google Shape;142;p37"/>
          <p:cNvSpPr txBox="1"/>
          <p:nvPr>
            <p:ph idx="1" type="body"/>
          </p:nvPr>
        </p:nvSpPr>
        <p:spPr>
          <a:xfrm>
            <a:off x="457200" y="1604520"/>
            <a:ext cx="8229240" cy="1896840"/>
          </a:xfrm>
          <a:prstGeom prst="rect">
            <a:avLst/>
          </a:prstGeom>
          <a:noFill/>
          <a:ln>
            <a:noFill/>
          </a:ln>
        </p:spPr>
        <p:txBody>
          <a:bodyPr anchorCtr="0" anchor="t" bIns="91425" lIns="91425" spcFirstLastPara="1" rIns="91425" wrap="square" tIns="91425"/>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43" name="Google Shape;143;p37"/>
          <p:cNvSpPr txBox="1"/>
          <p:nvPr>
            <p:ph idx="2" type="body"/>
          </p:nvPr>
        </p:nvSpPr>
        <p:spPr>
          <a:xfrm>
            <a:off x="457200" y="3682080"/>
            <a:ext cx="8229240" cy="1896840"/>
          </a:xfrm>
          <a:prstGeom prst="rect">
            <a:avLst/>
          </a:prstGeom>
          <a:noFill/>
          <a:ln>
            <a:noFill/>
          </a:ln>
        </p:spPr>
        <p:txBody>
          <a:bodyPr anchorCtr="0" anchor="t" bIns="91425" lIns="91425" spcFirstLastPara="1" rIns="91425" wrap="square" tIns="91425"/>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4 Content" type="fourObj">
  <p:cSld name="FOUR_OBJECTS">
    <p:spTree>
      <p:nvGrpSpPr>
        <p:cNvPr id="144" name="Shape 144"/>
        <p:cNvGrpSpPr/>
        <p:nvPr/>
      </p:nvGrpSpPr>
      <p:grpSpPr>
        <a:xfrm>
          <a:off x="0" y="0"/>
          <a:ext cx="0" cy="0"/>
          <a:chOff x="0" y="0"/>
          <a:chExt cx="0" cy="0"/>
        </a:xfrm>
      </p:grpSpPr>
      <p:sp>
        <p:nvSpPr>
          <p:cNvPr id="145" name="Google Shape;145;p38"/>
          <p:cNvSpPr txBox="1"/>
          <p:nvPr>
            <p:ph type="title"/>
          </p:nvPr>
        </p:nvSpPr>
        <p:spPr>
          <a:xfrm>
            <a:off x="457200" y="273600"/>
            <a:ext cx="8229240" cy="1144800"/>
          </a:xfrm>
          <a:prstGeom prst="rect">
            <a:avLst/>
          </a:prstGeom>
          <a:noFill/>
          <a:ln>
            <a:noFill/>
          </a:ln>
        </p:spPr>
        <p:txBody>
          <a:bodyPr anchorCtr="0" anchor="ctr" bIns="91425" lIns="91425" spcFirstLastPara="1" rIns="91425" wrap="square" tIns="91425"/>
          <a:lstStyle>
            <a:lvl1pPr indent="0" lvl="0" marL="0" marR="0" rtl="0" algn="l">
              <a:lnSpc>
                <a:spcPct val="90000"/>
              </a:lnSpc>
              <a:spcBef>
                <a:spcPts val="0"/>
              </a:spcBef>
              <a:spcAft>
                <a:spcPts val="0"/>
              </a:spcAft>
              <a:buClr>
                <a:schemeClr val="dk1"/>
              </a:buClr>
              <a:buSzPts val="1400"/>
              <a:buFont typeface="Arial"/>
              <a:buNone/>
              <a:defRPr b="0" i="0" sz="4400" u="none" cap="none" strike="noStrike">
                <a:solidFill>
                  <a:schemeClr val="dk1"/>
                </a:solidFill>
                <a:latin typeface="Arial"/>
                <a:ea typeface="Arial"/>
                <a:cs typeface="Arial"/>
                <a:sym typeface="Arial"/>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146" name="Google Shape;146;p38"/>
          <p:cNvSpPr txBox="1"/>
          <p:nvPr>
            <p:ph idx="1" type="body"/>
          </p:nvPr>
        </p:nvSpPr>
        <p:spPr>
          <a:xfrm>
            <a:off x="457200" y="1604520"/>
            <a:ext cx="4015800" cy="1896840"/>
          </a:xfrm>
          <a:prstGeom prst="rect">
            <a:avLst/>
          </a:prstGeom>
          <a:noFill/>
          <a:ln>
            <a:noFill/>
          </a:ln>
        </p:spPr>
        <p:txBody>
          <a:bodyPr anchorCtr="0" anchor="t" bIns="91425" lIns="91425" spcFirstLastPara="1" rIns="91425" wrap="square" tIns="91425"/>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47" name="Google Shape;147;p38"/>
          <p:cNvSpPr txBox="1"/>
          <p:nvPr>
            <p:ph idx="2" type="body"/>
          </p:nvPr>
        </p:nvSpPr>
        <p:spPr>
          <a:xfrm>
            <a:off x="4674240" y="1604520"/>
            <a:ext cx="4015800" cy="1896840"/>
          </a:xfrm>
          <a:prstGeom prst="rect">
            <a:avLst/>
          </a:prstGeom>
          <a:noFill/>
          <a:ln>
            <a:noFill/>
          </a:ln>
        </p:spPr>
        <p:txBody>
          <a:bodyPr anchorCtr="0" anchor="t" bIns="91425" lIns="91425" spcFirstLastPara="1" rIns="91425" wrap="square" tIns="91425"/>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48" name="Google Shape;148;p38"/>
          <p:cNvSpPr txBox="1"/>
          <p:nvPr>
            <p:ph idx="3" type="body"/>
          </p:nvPr>
        </p:nvSpPr>
        <p:spPr>
          <a:xfrm>
            <a:off x="4674240" y="3682080"/>
            <a:ext cx="4015800" cy="1896840"/>
          </a:xfrm>
          <a:prstGeom prst="rect">
            <a:avLst/>
          </a:prstGeom>
          <a:noFill/>
          <a:ln>
            <a:noFill/>
          </a:ln>
        </p:spPr>
        <p:txBody>
          <a:bodyPr anchorCtr="0" anchor="t" bIns="91425" lIns="91425" spcFirstLastPara="1" rIns="91425" wrap="square" tIns="91425"/>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49" name="Google Shape;149;p38"/>
          <p:cNvSpPr txBox="1"/>
          <p:nvPr>
            <p:ph idx="4" type="body"/>
          </p:nvPr>
        </p:nvSpPr>
        <p:spPr>
          <a:xfrm>
            <a:off x="457200" y="3682080"/>
            <a:ext cx="4015800" cy="1896840"/>
          </a:xfrm>
          <a:prstGeom prst="rect">
            <a:avLst/>
          </a:prstGeom>
          <a:noFill/>
          <a:ln>
            <a:noFill/>
          </a:ln>
        </p:spPr>
        <p:txBody>
          <a:bodyPr anchorCtr="0" anchor="t" bIns="91425" lIns="91425" spcFirstLastPara="1" rIns="91425" wrap="square" tIns="91425"/>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6 Content">
  <p:cSld name="Title, 6 Content">
    <p:spTree>
      <p:nvGrpSpPr>
        <p:cNvPr id="150" name="Shape 150"/>
        <p:cNvGrpSpPr/>
        <p:nvPr/>
      </p:nvGrpSpPr>
      <p:grpSpPr>
        <a:xfrm>
          <a:off x="0" y="0"/>
          <a:ext cx="0" cy="0"/>
          <a:chOff x="0" y="0"/>
          <a:chExt cx="0" cy="0"/>
        </a:xfrm>
      </p:grpSpPr>
      <p:sp>
        <p:nvSpPr>
          <p:cNvPr id="151" name="Google Shape;151;p39"/>
          <p:cNvSpPr txBox="1"/>
          <p:nvPr>
            <p:ph type="title"/>
          </p:nvPr>
        </p:nvSpPr>
        <p:spPr>
          <a:xfrm>
            <a:off x="457200" y="273600"/>
            <a:ext cx="8229240" cy="1144800"/>
          </a:xfrm>
          <a:prstGeom prst="rect">
            <a:avLst/>
          </a:prstGeom>
          <a:noFill/>
          <a:ln>
            <a:noFill/>
          </a:ln>
        </p:spPr>
        <p:txBody>
          <a:bodyPr anchorCtr="0" anchor="ctr" bIns="91425" lIns="91425" spcFirstLastPara="1" rIns="91425" wrap="square" tIns="91425"/>
          <a:lstStyle>
            <a:lvl1pPr indent="0" lvl="0" marL="0" marR="0" rtl="0" algn="l">
              <a:lnSpc>
                <a:spcPct val="90000"/>
              </a:lnSpc>
              <a:spcBef>
                <a:spcPts val="0"/>
              </a:spcBef>
              <a:spcAft>
                <a:spcPts val="0"/>
              </a:spcAft>
              <a:buClr>
                <a:schemeClr val="dk1"/>
              </a:buClr>
              <a:buSzPts val="1400"/>
              <a:buFont typeface="Arial"/>
              <a:buNone/>
              <a:defRPr b="0" i="0" sz="4400" u="none" cap="none" strike="noStrike">
                <a:solidFill>
                  <a:schemeClr val="dk1"/>
                </a:solidFill>
                <a:latin typeface="Arial"/>
                <a:ea typeface="Arial"/>
                <a:cs typeface="Arial"/>
                <a:sym typeface="Arial"/>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152" name="Google Shape;152;p39"/>
          <p:cNvSpPr txBox="1"/>
          <p:nvPr>
            <p:ph idx="1" type="body"/>
          </p:nvPr>
        </p:nvSpPr>
        <p:spPr>
          <a:xfrm>
            <a:off x="457200" y="1604520"/>
            <a:ext cx="8229240" cy="3977280"/>
          </a:xfrm>
          <a:prstGeom prst="rect">
            <a:avLst/>
          </a:prstGeom>
          <a:noFill/>
          <a:ln>
            <a:noFill/>
          </a:ln>
        </p:spPr>
        <p:txBody>
          <a:bodyPr anchorCtr="0" anchor="t" bIns="91425" lIns="91425" spcFirstLastPara="1" rIns="91425" wrap="square" tIns="91425"/>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53" name="Google Shape;153;p39"/>
          <p:cNvSpPr txBox="1"/>
          <p:nvPr>
            <p:ph idx="2" type="body"/>
          </p:nvPr>
        </p:nvSpPr>
        <p:spPr>
          <a:xfrm>
            <a:off x="457200" y="1604520"/>
            <a:ext cx="8229240" cy="3977280"/>
          </a:xfrm>
          <a:prstGeom prst="rect">
            <a:avLst/>
          </a:prstGeom>
          <a:noFill/>
          <a:ln>
            <a:noFill/>
          </a:ln>
        </p:spPr>
        <p:txBody>
          <a:bodyPr anchorCtr="0" anchor="t" bIns="91425" lIns="91425" spcFirstLastPara="1" rIns="91425" wrap="square" tIns="91425"/>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pic>
        <p:nvPicPr>
          <p:cNvPr id="154" name="Google Shape;154;p39"/>
          <p:cNvPicPr preferRelativeResize="0"/>
          <p:nvPr/>
        </p:nvPicPr>
        <p:blipFill rotWithShape="1">
          <a:blip r:embed="rId2">
            <a:alphaModFix/>
          </a:blip>
          <a:srcRect b="0" l="0" r="0" t="0"/>
          <a:stretch/>
        </p:blipFill>
        <p:spPr>
          <a:xfrm>
            <a:off x="2079000" y="1604520"/>
            <a:ext cx="4984920" cy="3977280"/>
          </a:xfrm>
          <a:prstGeom prst="rect">
            <a:avLst/>
          </a:prstGeom>
          <a:noFill/>
          <a:ln>
            <a:noFill/>
          </a:ln>
        </p:spPr>
      </p:pic>
      <p:pic>
        <p:nvPicPr>
          <p:cNvPr id="155" name="Google Shape;155;p39"/>
          <p:cNvPicPr preferRelativeResize="0"/>
          <p:nvPr/>
        </p:nvPicPr>
        <p:blipFill rotWithShape="1">
          <a:blip r:embed="rId2">
            <a:alphaModFix/>
          </a:blip>
          <a:srcRect b="0" l="0" r="0" t="0"/>
          <a:stretch/>
        </p:blipFill>
        <p:spPr>
          <a:xfrm>
            <a:off x="2079000" y="1604520"/>
            <a:ext cx="4984920" cy="3977280"/>
          </a:xfrm>
          <a:prstGeom prst="rect">
            <a:avLst/>
          </a:prstGeom>
          <a:noFill/>
          <a:ln>
            <a:noFill/>
          </a:ln>
        </p:spPr>
      </p:pic>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Slide" type="blank">
  <p:cSld name="BLANK">
    <p:spTree>
      <p:nvGrpSpPr>
        <p:cNvPr id="160" name="Shape 160"/>
        <p:cNvGrpSpPr/>
        <p:nvPr/>
      </p:nvGrpSpPr>
      <p:grpSpPr>
        <a:xfrm>
          <a:off x="0" y="0"/>
          <a:ext cx="0" cy="0"/>
          <a:chOff x="0" y="0"/>
          <a:chExt cx="0" cy="0"/>
        </a:xfrm>
      </p:grpSpPr>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x">
  <p:cSld name="TITLE_AND_BODY">
    <p:spTree>
      <p:nvGrpSpPr>
        <p:cNvPr id="161" name="Shape 161"/>
        <p:cNvGrpSpPr/>
        <p:nvPr/>
      </p:nvGrpSpPr>
      <p:grpSpPr>
        <a:xfrm>
          <a:off x="0" y="0"/>
          <a:ext cx="0" cy="0"/>
          <a:chOff x="0" y="0"/>
          <a:chExt cx="0" cy="0"/>
        </a:xfrm>
      </p:grpSpPr>
      <p:sp>
        <p:nvSpPr>
          <p:cNvPr id="162" name="Google Shape;162;p42"/>
          <p:cNvSpPr txBox="1"/>
          <p:nvPr>
            <p:ph type="title"/>
          </p:nvPr>
        </p:nvSpPr>
        <p:spPr>
          <a:xfrm>
            <a:off x="457200" y="273600"/>
            <a:ext cx="8229240" cy="1144800"/>
          </a:xfrm>
          <a:prstGeom prst="rect">
            <a:avLst/>
          </a:prstGeom>
          <a:noFill/>
          <a:ln>
            <a:noFill/>
          </a:ln>
        </p:spPr>
        <p:txBody>
          <a:bodyPr anchorCtr="0" anchor="ctr" bIns="91425" lIns="91425" spcFirstLastPara="1" rIns="91425" wrap="square" tIns="91425"/>
          <a:lstStyle>
            <a:lvl1pPr indent="0" lvl="0" marL="0" marR="0" rtl="0" algn="l">
              <a:lnSpc>
                <a:spcPct val="90000"/>
              </a:lnSpc>
              <a:spcBef>
                <a:spcPts val="0"/>
              </a:spcBef>
              <a:spcAft>
                <a:spcPts val="0"/>
              </a:spcAft>
              <a:buClr>
                <a:schemeClr val="dk1"/>
              </a:buClr>
              <a:buSzPts val="1400"/>
              <a:buFont typeface="Arial"/>
              <a:buNone/>
              <a:defRPr b="0" i="0" sz="4400" u="none" cap="none" strike="noStrike">
                <a:solidFill>
                  <a:schemeClr val="dk1"/>
                </a:solidFill>
                <a:latin typeface="Arial"/>
                <a:ea typeface="Arial"/>
                <a:cs typeface="Arial"/>
                <a:sym typeface="Arial"/>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163" name="Google Shape;163;p42"/>
          <p:cNvSpPr txBox="1"/>
          <p:nvPr>
            <p:ph idx="1" type="subTitle"/>
          </p:nvPr>
        </p:nvSpPr>
        <p:spPr>
          <a:xfrm>
            <a:off x="457200" y="1604520"/>
            <a:ext cx="8229240" cy="3977280"/>
          </a:xfrm>
          <a:prstGeom prst="rect">
            <a:avLst/>
          </a:prstGeom>
          <a:noFill/>
          <a:ln>
            <a:noFill/>
          </a:ln>
        </p:spPr>
        <p:txBody>
          <a:bodyPr anchorCtr="0" anchor="ctr" bIns="91425" lIns="91425" spcFirstLastPara="1" rIns="91425" wrap="square" tIns="91425"/>
          <a:lstStyle>
            <a:lvl1pPr indent="-228600" lvl="0" marL="2286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228600" lvl="1" marL="6858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228600" lvl="2" marL="1143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228600" lvl="3" marL="1600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228600" lvl="4" marL="2057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228600" lvl="5" marL="2514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228600" lvl="6" marL="2971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228600" lvl="7" marL="3429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228600" lvl="8" marL="3886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Content" type="obj">
  <p:cSld name="OBJECT">
    <p:spTree>
      <p:nvGrpSpPr>
        <p:cNvPr id="164" name="Shape 164"/>
        <p:cNvGrpSpPr/>
        <p:nvPr/>
      </p:nvGrpSpPr>
      <p:grpSpPr>
        <a:xfrm>
          <a:off x="0" y="0"/>
          <a:ext cx="0" cy="0"/>
          <a:chOff x="0" y="0"/>
          <a:chExt cx="0" cy="0"/>
        </a:xfrm>
      </p:grpSpPr>
      <p:sp>
        <p:nvSpPr>
          <p:cNvPr id="165" name="Google Shape;165;p43"/>
          <p:cNvSpPr txBox="1"/>
          <p:nvPr>
            <p:ph type="title"/>
          </p:nvPr>
        </p:nvSpPr>
        <p:spPr>
          <a:xfrm>
            <a:off x="457200" y="273600"/>
            <a:ext cx="8229240" cy="1144800"/>
          </a:xfrm>
          <a:prstGeom prst="rect">
            <a:avLst/>
          </a:prstGeom>
          <a:noFill/>
          <a:ln>
            <a:noFill/>
          </a:ln>
        </p:spPr>
        <p:txBody>
          <a:bodyPr anchorCtr="0" anchor="ctr" bIns="91425" lIns="91425" spcFirstLastPara="1" rIns="91425" wrap="square" tIns="91425"/>
          <a:lstStyle>
            <a:lvl1pPr indent="0" lvl="0" marL="0" marR="0" rtl="0" algn="l">
              <a:lnSpc>
                <a:spcPct val="90000"/>
              </a:lnSpc>
              <a:spcBef>
                <a:spcPts val="0"/>
              </a:spcBef>
              <a:spcAft>
                <a:spcPts val="0"/>
              </a:spcAft>
              <a:buClr>
                <a:schemeClr val="dk1"/>
              </a:buClr>
              <a:buSzPts val="1400"/>
              <a:buFont typeface="Arial"/>
              <a:buNone/>
              <a:defRPr b="0" i="0" sz="4400" u="none" cap="none" strike="noStrike">
                <a:solidFill>
                  <a:schemeClr val="dk1"/>
                </a:solidFill>
                <a:latin typeface="Arial"/>
                <a:ea typeface="Arial"/>
                <a:cs typeface="Arial"/>
                <a:sym typeface="Arial"/>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166" name="Google Shape;166;p43"/>
          <p:cNvSpPr txBox="1"/>
          <p:nvPr>
            <p:ph idx="1" type="body"/>
          </p:nvPr>
        </p:nvSpPr>
        <p:spPr>
          <a:xfrm>
            <a:off x="457200" y="1604520"/>
            <a:ext cx="8229240" cy="3977280"/>
          </a:xfrm>
          <a:prstGeom prst="rect">
            <a:avLst/>
          </a:prstGeom>
          <a:noFill/>
          <a:ln>
            <a:noFill/>
          </a:ln>
        </p:spPr>
        <p:txBody>
          <a:bodyPr anchorCtr="0" anchor="t" bIns="91425" lIns="91425" spcFirstLastPara="1" rIns="91425" wrap="square" tIns="91425"/>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2 Content" type="twoObj">
  <p:cSld name="TWO_OBJECTS">
    <p:spTree>
      <p:nvGrpSpPr>
        <p:cNvPr id="167" name="Shape 167"/>
        <p:cNvGrpSpPr/>
        <p:nvPr/>
      </p:nvGrpSpPr>
      <p:grpSpPr>
        <a:xfrm>
          <a:off x="0" y="0"/>
          <a:ext cx="0" cy="0"/>
          <a:chOff x="0" y="0"/>
          <a:chExt cx="0" cy="0"/>
        </a:xfrm>
      </p:grpSpPr>
      <p:sp>
        <p:nvSpPr>
          <p:cNvPr id="168" name="Google Shape;168;p44"/>
          <p:cNvSpPr txBox="1"/>
          <p:nvPr>
            <p:ph type="title"/>
          </p:nvPr>
        </p:nvSpPr>
        <p:spPr>
          <a:xfrm>
            <a:off x="457200" y="273600"/>
            <a:ext cx="8229240" cy="1144800"/>
          </a:xfrm>
          <a:prstGeom prst="rect">
            <a:avLst/>
          </a:prstGeom>
          <a:noFill/>
          <a:ln>
            <a:noFill/>
          </a:ln>
        </p:spPr>
        <p:txBody>
          <a:bodyPr anchorCtr="0" anchor="ctr" bIns="91425" lIns="91425" spcFirstLastPara="1" rIns="91425" wrap="square" tIns="91425"/>
          <a:lstStyle>
            <a:lvl1pPr indent="0" lvl="0" marL="0" marR="0" rtl="0" algn="l">
              <a:lnSpc>
                <a:spcPct val="90000"/>
              </a:lnSpc>
              <a:spcBef>
                <a:spcPts val="0"/>
              </a:spcBef>
              <a:spcAft>
                <a:spcPts val="0"/>
              </a:spcAft>
              <a:buClr>
                <a:schemeClr val="dk1"/>
              </a:buClr>
              <a:buSzPts val="1400"/>
              <a:buFont typeface="Arial"/>
              <a:buNone/>
              <a:defRPr b="0" i="0" sz="4400" u="none" cap="none" strike="noStrike">
                <a:solidFill>
                  <a:schemeClr val="dk1"/>
                </a:solidFill>
                <a:latin typeface="Arial"/>
                <a:ea typeface="Arial"/>
                <a:cs typeface="Arial"/>
                <a:sym typeface="Arial"/>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169" name="Google Shape;169;p44"/>
          <p:cNvSpPr txBox="1"/>
          <p:nvPr>
            <p:ph idx="1" type="body"/>
          </p:nvPr>
        </p:nvSpPr>
        <p:spPr>
          <a:xfrm>
            <a:off x="457200" y="1604520"/>
            <a:ext cx="4015800" cy="3977280"/>
          </a:xfrm>
          <a:prstGeom prst="rect">
            <a:avLst/>
          </a:prstGeom>
          <a:noFill/>
          <a:ln>
            <a:noFill/>
          </a:ln>
        </p:spPr>
        <p:txBody>
          <a:bodyPr anchorCtr="0" anchor="t" bIns="91425" lIns="91425" spcFirstLastPara="1" rIns="91425" wrap="square" tIns="91425"/>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70" name="Google Shape;170;p44"/>
          <p:cNvSpPr txBox="1"/>
          <p:nvPr>
            <p:ph idx="2" type="body"/>
          </p:nvPr>
        </p:nvSpPr>
        <p:spPr>
          <a:xfrm>
            <a:off x="4674240" y="1604520"/>
            <a:ext cx="4015800" cy="3977280"/>
          </a:xfrm>
          <a:prstGeom prst="rect">
            <a:avLst/>
          </a:prstGeom>
          <a:noFill/>
          <a:ln>
            <a:noFill/>
          </a:ln>
        </p:spPr>
        <p:txBody>
          <a:bodyPr anchorCtr="0" anchor="t" bIns="91425" lIns="91425" spcFirstLastPara="1" rIns="91425" wrap="square" tIns="91425"/>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171" name="Shape 171"/>
        <p:cNvGrpSpPr/>
        <p:nvPr/>
      </p:nvGrpSpPr>
      <p:grpSpPr>
        <a:xfrm>
          <a:off x="0" y="0"/>
          <a:ext cx="0" cy="0"/>
          <a:chOff x="0" y="0"/>
          <a:chExt cx="0" cy="0"/>
        </a:xfrm>
      </p:grpSpPr>
      <p:sp>
        <p:nvSpPr>
          <p:cNvPr id="172" name="Google Shape;172;p45"/>
          <p:cNvSpPr txBox="1"/>
          <p:nvPr>
            <p:ph type="title"/>
          </p:nvPr>
        </p:nvSpPr>
        <p:spPr>
          <a:xfrm>
            <a:off x="457200" y="273600"/>
            <a:ext cx="8229240" cy="1144800"/>
          </a:xfrm>
          <a:prstGeom prst="rect">
            <a:avLst/>
          </a:prstGeom>
          <a:noFill/>
          <a:ln>
            <a:noFill/>
          </a:ln>
        </p:spPr>
        <p:txBody>
          <a:bodyPr anchorCtr="0" anchor="ctr" bIns="91425" lIns="91425" spcFirstLastPara="1" rIns="91425" wrap="square" tIns="91425"/>
          <a:lstStyle>
            <a:lvl1pPr indent="0" lvl="0" marL="0" marR="0" rtl="0" algn="l">
              <a:lnSpc>
                <a:spcPct val="90000"/>
              </a:lnSpc>
              <a:spcBef>
                <a:spcPts val="0"/>
              </a:spcBef>
              <a:spcAft>
                <a:spcPts val="0"/>
              </a:spcAft>
              <a:buClr>
                <a:schemeClr val="dk1"/>
              </a:buClr>
              <a:buSzPts val="1400"/>
              <a:buFont typeface="Arial"/>
              <a:buNone/>
              <a:defRPr b="0" i="0" sz="4400" u="none" cap="none" strike="noStrike">
                <a:solidFill>
                  <a:schemeClr val="dk1"/>
                </a:solidFill>
                <a:latin typeface="Arial"/>
                <a:ea typeface="Arial"/>
                <a:cs typeface="Arial"/>
                <a:sym typeface="Arial"/>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entered Text" type="objOnly">
  <p:cSld name="OBJECT_ONLY">
    <p:spTree>
      <p:nvGrpSpPr>
        <p:cNvPr id="173" name="Shape 173"/>
        <p:cNvGrpSpPr/>
        <p:nvPr/>
      </p:nvGrpSpPr>
      <p:grpSpPr>
        <a:xfrm>
          <a:off x="0" y="0"/>
          <a:ext cx="0" cy="0"/>
          <a:chOff x="0" y="0"/>
          <a:chExt cx="0" cy="0"/>
        </a:xfrm>
      </p:grpSpPr>
      <p:sp>
        <p:nvSpPr>
          <p:cNvPr id="174" name="Google Shape;174;p46"/>
          <p:cNvSpPr txBox="1"/>
          <p:nvPr>
            <p:ph idx="1" type="subTitle"/>
          </p:nvPr>
        </p:nvSpPr>
        <p:spPr>
          <a:xfrm>
            <a:off x="457200" y="273600"/>
            <a:ext cx="8229240" cy="5307840"/>
          </a:xfrm>
          <a:prstGeom prst="rect">
            <a:avLst/>
          </a:prstGeom>
          <a:noFill/>
          <a:ln>
            <a:noFill/>
          </a:ln>
        </p:spPr>
        <p:txBody>
          <a:bodyPr anchorCtr="0" anchor="ctr" bIns="91425" lIns="91425" spcFirstLastPara="1" rIns="91425" wrap="square" tIns="91425"/>
          <a:lstStyle>
            <a:lvl1pPr indent="-228600" lvl="0" marL="2286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228600" lvl="1" marL="6858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228600" lvl="2" marL="1143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228600" lvl="3" marL="1600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228600" lvl="4" marL="2057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228600" lvl="5" marL="2514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228600" lvl="6" marL="2971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228600" lvl="7" marL="3429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228600" lvl="8" marL="3886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2 Content and Content" type="twoObjAndObj">
  <p:cSld name="TWO_OBJECTS_AND_OBJECT">
    <p:spTree>
      <p:nvGrpSpPr>
        <p:cNvPr id="175" name="Shape 175"/>
        <p:cNvGrpSpPr/>
        <p:nvPr/>
      </p:nvGrpSpPr>
      <p:grpSpPr>
        <a:xfrm>
          <a:off x="0" y="0"/>
          <a:ext cx="0" cy="0"/>
          <a:chOff x="0" y="0"/>
          <a:chExt cx="0" cy="0"/>
        </a:xfrm>
      </p:grpSpPr>
      <p:sp>
        <p:nvSpPr>
          <p:cNvPr id="176" name="Google Shape;176;p47"/>
          <p:cNvSpPr txBox="1"/>
          <p:nvPr>
            <p:ph type="title"/>
          </p:nvPr>
        </p:nvSpPr>
        <p:spPr>
          <a:xfrm>
            <a:off x="457200" y="273600"/>
            <a:ext cx="8229240" cy="1144800"/>
          </a:xfrm>
          <a:prstGeom prst="rect">
            <a:avLst/>
          </a:prstGeom>
          <a:noFill/>
          <a:ln>
            <a:noFill/>
          </a:ln>
        </p:spPr>
        <p:txBody>
          <a:bodyPr anchorCtr="0" anchor="ctr" bIns="91425" lIns="91425" spcFirstLastPara="1" rIns="91425" wrap="square" tIns="91425"/>
          <a:lstStyle>
            <a:lvl1pPr indent="0" lvl="0" marL="0" marR="0" rtl="0" algn="l">
              <a:lnSpc>
                <a:spcPct val="90000"/>
              </a:lnSpc>
              <a:spcBef>
                <a:spcPts val="0"/>
              </a:spcBef>
              <a:spcAft>
                <a:spcPts val="0"/>
              </a:spcAft>
              <a:buClr>
                <a:schemeClr val="dk1"/>
              </a:buClr>
              <a:buSzPts val="1400"/>
              <a:buFont typeface="Arial"/>
              <a:buNone/>
              <a:defRPr b="0" i="0" sz="4400" u="none" cap="none" strike="noStrike">
                <a:solidFill>
                  <a:schemeClr val="dk1"/>
                </a:solidFill>
                <a:latin typeface="Arial"/>
                <a:ea typeface="Arial"/>
                <a:cs typeface="Arial"/>
                <a:sym typeface="Arial"/>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177" name="Google Shape;177;p47"/>
          <p:cNvSpPr txBox="1"/>
          <p:nvPr>
            <p:ph idx="1" type="body"/>
          </p:nvPr>
        </p:nvSpPr>
        <p:spPr>
          <a:xfrm>
            <a:off x="457200" y="1604520"/>
            <a:ext cx="4015800" cy="1896840"/>
          </a:xfrm>
          <a:prstGeom prst="rect">
            <a:avLst/>
          </a:prstGeom>
          <a:noFill/>
          <a:ln>
            <a:noFill/>
          </a:ln>
        </p:spPr>
        <p:txBody>
          <a:bodyPr anchorCtr="0" anchor="t" bIns="91425" lIns="91425" spcFirstLastPara="1" rIns="91425" wrap="square" tIns="91425"/>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78" name="Google Shape;178;p47"/>
          <p:cNvSpPr txBox="1"/>
          <p:nvPr>
            <p:ph idx="2" type="body"/>
          </p:nvPr>
        </p:nvSpPr>
        <p:spPr>
          <a:xfrm>
            <a:off x="457200" y="3682080"/>
            <a:ext cx="4015800" cy="1896840"/>
          </a:xfrm>
          <a:prstGeom prst="rect">
            <a:avLst/>
          </a:prstGeom>
          <a:noFill/>
          <a:ln>
            <a:noFill/>
          </a:ln>
        </p:spPr>
        <p:txBody>
          <a:bodyPr anchorCtr="0" anchor="t" bIns="91425" lIns="91425" spcFirstLastPara="1" rIns="91425" wrap="square" tIns="91425"/>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79" name="Google Shape;179;p47"/>
          <p:cNvSpPr txBox="1"/>
          <p:nvPr>
            <p:ph idx="3" type="body"/>
          </p:nvPr>
        </p:nvSpPr>
        <p:spPr>
          <a:xfrm>
            <a:off x="4674240" y="1604520"/>
            <a:ext cx="4015800" cy="3977280"/>
          </a:xfrm>
          <a:prstGeom prst="rect">
            <a:avLst/>
          </a:prstGeom>
          <a:noFill/>
          <a:ln>
            <a:noFill/>
          </a:ln>
        </p:spPr>
        <p:txBody>
          <a:bodyPr anchorCtr="0" anchor="t" bIns="91425" lIns="91425" spcFirstLastPara="1" rIns="91425" wrap="square" tIns="91425"/>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Content and 2 Content" type="objAndTwoObj">
  <p:cSld name="OBJECT_AND_TWO_OBJECTS">
    <p:spTree>
      <p:nvGrpSpPr>
        <p:cNvPr id="180" name="Shape 180"/>
        <p:cNvGrpSpPr/>
        <p:nvPr/>
      </p:nvGrpSpPr>
      <p:grpSpPr>
        <a:xfrm>
          <a:off x="0" y="0"/>
          <a:ext cx="0" cy="0"/>
          <a:chOff x="0" y="0"/>
          <a:chExt cx="0" cy="0"/>
        </a:xfrm>
      </p:grpSpPr>
      <p:sp>
        <p:nvSpPr>
          <p:cNvPr id="181" name="Google Shape;181;p48"/>
          <p:cNvSpPr txBox="1"/>
          <p:nvPr>
            <p:ph type="title"/>
          </p:nvPr>
        </p:nvSpPr>
        <p:spPr>
          <a:xfrm>
            <a:off x="457200" y="273600"/>
            <a:ext cx="8229240" cy="1144800"/>
          </a:xfrm>
          <a:prstGeom prst="rect">
            <a:avLst/>
          </a:prstGeom>
          <a:noFill/>
          <a:ln>
            <a:noFill/>
          </a:ln>
        </p:spPr>
        <p:txBody>
          <a:bodyPr anchorCtr="0" anchor="ctr" bIns="91425" lIns="91425" spcFirstLastPara="1" rIns="91425" wrap="square" tIns="91425"/>
          <a:lstStyle>
            <a:lvl1pPr indent="0" lvl="0" marL="0" marR="0" rtl="0" algn="l">
              <a:lnSpc>
                <a:spcPct val="90000"/>
              </a:lnSpc>
              <a:spcBef>
                <a:spcPts val="0"/>
              </a:spcBef>
              <a:spcAft>
                <a:spcPts val="0"/>
              </a:spcAft>
              <a:buClr>
                <a:schemeClr val="dk1"/>
              </a:buClr>
              <a:buSzPts val="1400"/>
              <a:buFont typeface="Arial"/>
              <a:buNone/>
              <a:defRPr b="0" i="0" sz="4400" u="none" cap="none" strike="noStrike">
                <a:solidFill>
                  <a:schemeClr val="dk1"/>
                </a:solidFill>
                <a:latin typeface="Arial"/>
                <a:ea typeface="Arial"/>
                <a:cs typeface="Arial"/>
                <a:sym typeface="Arial"/>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182" name="Google Shape;182;p48"/>
          <p:cNvSpPr txBox="1"/>
          <p:nvPr>
            <p:ph idx="1" type="body"/>
          </p:nvPr>
        </p:nvSpPr>
        <p:spPr>
          <a:xfrm>
            <a:off x="457200" y="1604520"/>
            <a:ext cx="4015800" cy="3977280"/>
          </a:xfrm>
          <a:prstGeom prst="rect">
            <a:avLst/>
          </a:prstGeom>
          <a:noFill/>
          <a:ln>
            <a:noFill/>
          </a:ln>
        </p:spPr>
        <p:txBody>
          <a:bodyPr anchorCtr="0" anchor="t" bIns="91425" lIns="91425" spcFirstLastPara="1" rIns="91425" wrap="square" tIns="91425"/>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83" name="Google Shape;183;p48"/>
          <p:cNvSpPr txBox="1"/>
          <p:nvPr>
            <p:ph idx="2" type="body"/>
          </p:nvPr>
        </p:nvSpPr>
        <p:spPr>
          <a:xfrm>
            <a:off x="4674240" y="1604520"/>
            <a:ext cx="4015800" cy="1896840"/>
          </a:xfrm>
          <a:prstGeom prst="rect">
            <a:avLst/>
          </a:prstGeom>
          <a:noFill/>
          <a:ln>
            <a:noFill/>
          </a:ln>
        </p:spPr>
        <p:txBody>
          <a:bodyPr anchorCtr="0" anchor="t" bIns="91425" lIns="91425" spcFirstLastPara="1" rIns="91425" wrap="square" tIns="91425"/>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84" name="Google Shape;184;p48"/>
          <p:cNvSpPr txBox="1"/>
          <p:nvPr>
            <p:ph idx="3" type="body"/>
          </p:nvPr>
        </p:nvSpPr>
        <p:spPr>
          <a:xfrm>
            <a:off x="4674240" y="3682080"/>
            <a:ext cx="4015800" cy="1896840"/>
          </a:xfrm>
          <a:prstGeom prst="rect">
            <a:avLst/>
          </a:prstGeom>
          <a:noFill/>
          <a:ln>
            <a:noFill/>
          </a:ln>
        </p:spPr>
        <p:txBody>
          <a:bodyPr anchorCtr="0" anchor="t" bIns="91425" lIns="91425" spcFirstLastPara="1" rIns="91425" wrap="square" tIns="91425"/>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2 Content over Content" type="twoObjOverTx">
  <p:cSld name="TWO_OBJECTS_OVER_TEXT">
    <p:spTree>
      <p:nvGrpSpPr>
        <p:cNvPr id="185" name="Shape 185"/>
        <p:cNvGrpSpPr/>
        <p:nvPr/>
      </p:nvGrpSpPr>
      <p:grpSpPr>
        <a:xfrm>
          <a:off x="0" y="0"/>
          <a:ext cx="0" cy="0"/>
          <a:chOff x="0" y="0"/>
          <a:chExt cx="0" cy="0"/>
        </a:xfrm>
      </p:grpSpPr>
      <p:sp>
        <p:nvSpPr>
          <p:cNvPr id="186" name="Google Shape;186;p49"/>
          <p:cNvSpPr txBox="1"/>
          <p:nvPr>
            <p:ph type="title"/>
          </p:nvPr>
        </p:nvSpPr>
        <p:spPr>
          <a:xfrm>
            <a:off x="457200" y="273600"/>
            <a:ext cx="8229240" cy="1144800"/>
          </a:xfrm>
          <a:prstGeom prst="rect">
            <a:avLst/>
          </a:prstGeom>
          <a:noFill/>
          <a:ln>
            <a:noFill/>
          </a:ln>
        </p:spPr>
        <p:txBody>
          <a:bodyPr anchorCtr="0" anchor="ctr" bIns="91425" lIns="91425" spcFirstLastPara="1" rIns="91425" wrap="square" tIns="91425"/>
          <a:lstStyle>
            <a:lvl1pPr indent="0" lvl="0" marL="0" marR="0" rtl="0" algn="l">
              <a:lnSpc>
                <a:spcPct val="90000"/>
              </a:lnSpc>
              <a:spcBef>
                <a:spcPts val="0"/>
              </a:spcBef>
              <a:spcAft>
                <a:spcPts val="0"/>
              </a:spcAft>
              <a:buClr>
                <a:schemeClr val="dk1"/>
              </a:buClr>
              <a:buSzPts val="1400"/>
              <a:buFont typeface="Arial"/>
              <a:buNone/>
              <a:defRPr b="0" i="0" sz="4400" u="none" cap="none" strike="noStrike">
                <a:solidFill>
                  <a:schemeClr val="dk1"/>
                </a:solidFill>
                <a:latin typeface="Arial"/>
                <a:ea typeface="Arial"/>
                <a:cs typeface="Arial"/>
                <a:sym typeface="Arial"/>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187" name="Google Shape;187;p49"/>
          <p:cNvSpPr txBox="1"/>
          <p:nvPr>
            <p:ph idx="1" type="body"/>
          </p:nvPr>
        </p:nvSpPr>
        <p:spPr>
          <a:xfrm>
            <a:off x="457200" y="1604520"/>
            <a:ext cx="4015800" cy="1896840"/>
          </a:xfrm>
          <a:prstGeom prst="rect">
            <a:avLst/>
          </a:prstGeom>
          <a:noFill/>
          <a:ln>
            <a:noFill/>
          </a:ln>
        </p:spPr>
        <p:txBody>
          <a:bodyPr anchorCtr="0" anchor="t" bIns="91425" lIns="91425" spcFirstLastPara="1" rIns="91425" wrap="square" tIns="91425"/>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88" name="Google Shape;188;p49"/>
          <p:cNvSpPr txBox="1"/>
          <p:nvPr>
            <p:ph idx="2" type="body"/>
          </p:nvPr>
        </p:nvSpPr>
        <p:spPr>
          <a:xfrm>
            <a:off x="4674240" y="1604520"/>
            <a:ext cx="4015800" cy="1896840"/>
          </a:xfrm>
          <a:prstGeom prst="rect">
            <a:avLst/>
          </a:prstGeom>
          <a:noFill/>
          <a:ln>
            <a:noFill/>
          </a:ln>
        </p:spPr>
        <p:txBody>
          <a:bodyPr anchorCtr="0" anchor="t" bIns="91425" lIns="91425" spcFirstLastPara="1" rIns="91425" wrap="square" tIns="91425"/>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89" name="Google Shape;189;p49"/>
          <p:cNvSpPr txBox="1"/>
          <p:nvPr>
            <p:ph idx="3" type="body"/>
          </p:nvPr>
        </p:nvSpPr>
        <p:spPr>
          <a:xfrm>
            <a:off x="457200" y="3682080"/>
            <a:ext cx="8229240" cy="1896840"/>
          </a:xfrm>
          <a:prstGeom prst="rect">
            <a:avLst/>
          </a:prstGeom>
          <a:noFill/>
          <a:ln>
            <a:noFill/>
          </a:ln>
        </p:spPr>
        <p:txBody>
          <a:bodyPr anchorCtr="0" anchor="t" bIns="91425" lIns="91425" spcFirstLastPara="1" rIns="91425" wrap="square" tIns="91425"/>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Content over Content" type="objOverTx">
  <p:cSld name="OBJECT_OVER_TEXT">
    <p:spTree>
      <p:nvGrpSpPr>
        <p:cNvPr id="190" name="Shape 190"/>
        <p:cNvGrpSpPr/>
        <p:nvPr/>
      </p:nvGrpSpPr>
      <p:grpSpPr>
        <a:xfrm>
          <a:off x="0" y="0"/>
          <a:ext cx="0" cy="0"/>
          <a:chOff x="0" y="0"/>
          <a:chExt cx="0" cy="0"/>
        </a:xfrm>
      </p:grpSpPr>
      <p:sp>
        <p:nvSpPr>
          <p:cNvPr id="191" name="Google Shape;191;p50"/>
          <p:cNvSpPr txBox="1"/>
          <p:nvPr>
            <p:ph type="title"/>
          </p:nvPr>
        </p:nvSpPr>
        <p:spPr>
          <a:xfrm>
            <a:off x="457200" y="273600"/>
            <a:ext cx="8229240" cy="1144800"/>
          </a:xfrm>
          <a:prstGeom prst="rect">
            <a:avLst/>
          </a:prstGeom>
          <a:noFill/>
          <a:ln>
            <a:noFill/>
          </a:ln>
        </p:spPr>
        <p:txBody>
          <a:bodyPr anchorCtr="0" anchor="ctr" bIns="91425" lIns="91425" spcFirstLastPara="1" rIns="91425" wrap="square" tIns="91425"/>
          <a:lstStyle>
            <a:lvl1pPr indent="0" lvl="0" marL="0" marR="0" rtl="0" algn="l">
              <a:lnSpc>
                <a:spcPct val="90000"/>
              </a:lnSpc>
              <a:spcBef>
                <a:spcPts val="0"/>
              </a:spcBef>
              <a:spcAft>
                <a:spcPts val="0"/>
              </a:spcAft>
              <a:buClr>
                <a:schemeClr val="dk1"/>
              </a:buClr>
              <a:buSzPts val="1400"/>
              <a:buFont typeface="Arial"/>
              <a:buNone/>
              <a:defRPr b="0" i="0" sz="4400" u="none" cap="none" strike="noStrike">
                <a:solidFill>
                  <a:schemeClr val="dk1"/>
                </a:solidFill>
                <a:latin typeface="Arial"/>
                <a:ea typeface="Arial"/>
                <a:cs typeface="Arial"/>
                <a:sym typeface="Arial"/>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192" name="Google Shape;192;p50"/>
          <p:cNvSpPr txBox="1"/>
          <p:nvPr>
            <p:ph idx="1" type="body"/>
          </p:nvPr>
        </p:nvSpPr>
        <p:spPr>
          <a:xfrm>
            <a:off x="457200" y="1604520"/>
            <a:ext cx="8229240" cy="1896840"/>
          </a:xfrm>
          <a:prstGeom prst="rect">
            <a:avLst/>
          </a:prstGeom>
          <a:noFill/>
          <a:ln>
            <a:noFill/>
          </a:ln>
        </p:spPr>
        <p:txBody>
          <a:bodyPr anchorCtr="0" anchor="t" bIns="91425" lIns="91425" spcFirstLastPara="1" rIns="91425" wrap="square" tIns="91425"/>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93" name="Google Shape;193;p50"/>
          <p:cNvSpPr txBox="1"/>
          <p:nvPr>
            <p:ph idx="2" type="body"/>
          </p:nvPr>
        </p:nvSpPr>
        <p:spPr>
          <a:xfrm>
            <a:off x="457200" y="3682080"/>
            <a:ext cx="8229240" cy="1896840"/>
          </a:xfrm>
          <a:prstGeom prst="rect">
            <a:avLst/>
          </a:prstGeom>
          <a:noFill/>
          <a:ln>
            <a:noFill/>
          </a:ln>
        </p:spPr>
        <p:txBody>
          <a:bodyPr anchorCtr="0" anchor="t" bIns="91425" lIns="91425" spcFirstLastPara="1" rIns="91425" wrap="square" tIns="91425"/>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4 Content" type="fourObj">
  <p:cSld name="FOUR_OBJECTS">
    <p:spTree>
      <p:nvGrpSpPr>
        <p:cNvPr id="194" name="Shape 194"/>
        <p:cNvGrpSpPr/>
        <p:nvPr/>
      </p:nvGrpSpPr>
      <p:grpSpPr>
        <a:xfrm>
          <a:off x="0" y="0"/>
          <a:ext cx="0" cy="0"/>
          <a:chOff x="0" y="0"/>
          <a:chExt cx="0" cy="0"/>
        </a:xfrm>
      </p:grpSpPr>
      <p:sp>
        <p:nvSpPr>
          <p:cNvPr id="195" name="Google Shape;195;p51"/>
          <p:cNvSpPr txBox="1"/>
          <p:nvPr>
            <p:ph type="title"/>
          </p:nvPr>
        </p:nvSpPr>
        <p:spPr>
          <a:xfrm>
            <a:off x="457200" y="273600"/>
            <a:ext cx="8229240" cy="1144800"/>
          </a:xfrm>
          <a:prstGeom prst="rect">
            <a:avLst/>
          </a:prstGeom>
          <a:noFill/>
          <a:ln>
            <a:noFill/>
          </a:ln>
        </p:spPr>
        <p:txBody>
          <a:bodyPr anchorCtr="0" anchor="ctr" bIns="91425" lIns="91425" spcFirstLastPara="1" rIns="91425" wrap="square" tIns="91425"/>
          <a:lstStyle>
            <a:lvl1pPr indent="0" lvl="0" marL="0" marR="0" rtl="0" algn="l">
              <a:lnSpc>
                <a:spcPct val="90000"/>
              </a:lnSpc>
              <a:spcBef>
                <a:spcPts val="0"/>
              </a:spcBef>
              <a:spcAft>
                <a:spcPts val="0"/>
              </a:spcAft>
              <a:buClr>
                <a:schemeClr val="dk1"/>
              </a:buClr>
              <a:buSzPts val="1400"/>
              <a:buFont typeface="Arial"/>
              <a:buNone/>
              <a:defRPr b="0" i="0" sz="4400" u="none" cap="none" strike="noStrike">
                <a:solidFill>
                  <a:schemeClr val="dk1"/>
                </a:solidFill>
                <a:latin typeface="Arial"/>
                <a:ea typeface="Arial"/>
                <a:cs typeface="Arial"/>
                <a:sym typeface="Arial"/>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196" name="Google Shape;196;p51"/>
          <p:cNvSpPr txBox="1"/>
          <p:nvPr>
            <p:ph idx="1" type="body"/>
          </p:nvPr>
        </p:nvSpPr>
        <p:spPr>
          <a:xfrm>
            <a:off x="457200" y="1604520"/>
            <a:ext cx="4015800" cy="1896840"/>
          </a:xfrm>
          <a:prstGeom prst="rect">
            <a:avLst/>
          </a:prstGeom>
          <a:noFill/>
          <a:ln>
            <a:noFill/>
          </a:ln>
        </p:spPr>
        <p:txBody>
          <a:bodyPr anchorCtr="0" anchor="t" bIns="91425" lIns="91425" spcFirstLastPara="1" rIns="91425" wrap="square" tIns="91425"/>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97" name="Google Shape;197;p51"/>
          <p:cNvSpPr txBox="1"/>
          <p:nvPr>
            <p:ph idx="2" type="body"/>
          </p:nvPr>
        </p:nvSpPr>
        <p:spPr>
          <a:xfrm>
            <a:off x="4674240" y="1604520"/>
            <a:ext cx="4015800" cy="1896840"/>
          </a:xfrm>
          <a:prstGeom prst="rect">
            <a:avLst/>
          </a:prstGeom>
          <a:noFill/>
          <a:ln>
            <a:noFill/>
          </a:ln>
        </p:spPr>
        <p:txBody>
          <a:bodyPr anchorCtr="0" anchor="t" bIns="91425" lIns="91425" spcFirstLastPara="1" rIns="91425" wrap="square" tIns="91425"/>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98" name="Google Shape;198;p51"/>
          <p:cNvSpPr txBox="1"/>
          <p:nvPr>
            <p:ph idx="3" type="body"/>
          </p:nvPr>
        </p:nvSpPr>
        <p:spPr>
          <a:xfrm>
            <a:off x="4674240" y="3682080"/>
            <a:ext cx="4015800" cy="1896840"/>
          </a:xfrm>
          <a:prstGeom prst="rect">
            <a:avLst/>
          </a:prstGeom>
          <a:noFill/>
          <a:ln>
            <a:noFill/>
          </a:ln>
        </p:spPr>
        <p:txBody>
          <a:bodyPr anchorCtr="0" anchor="t" bIns="91425" lIns="91425" spcFirstLastPara="1" rIns="91425" wrap="square" tIns="91425"/>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99" name="Google Shape;199;p51"/>
          <p:cNvSpPr txBox="1"/>
          <p:nvPr>
            <p:ph idx="4" type="body"/>
          </p:nvPr>
        </p:nvSpPr>
        <p:spPr>
          <a:xfrm>
            <a:off x="457200" y="3682080"/>
            <a:ext cx="4015800" cy="1896840"/>
          </a:xfrm>
          <a:prstGeom prst="rect">
            <a:avLst/>
          </a:prstGeom>
          <a:noFill/>
          <a:ln>
            <a:noFill/>
          </a:ln>
        </p:spPr>
        <p:txBody>
          <a:bodyPr anchorCtr="0" anchor="t" bIns="91425" lIns="91425" spcFirstLastPara="1" rIns="91425" wrap="square" tIns="91425"/>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6 Content">
  <p:cSld name="Title, 6 Content">
    <p:spTree>
      <p:nvGrpSpPr>
        <p:cNvPr id="200" name="Shape 200"/>
        <p:cNvGrpSpPr/>
        <p:nvPr/>
      </p:nvGrpSpPr>
      <p:grpSpPr>
        <a:xfrm>
          <a:off x="0" y="0"/>
          <a:ext cx="0" cy="0"/>
          <a:chOff x="0" y="0"/>
          <a:chExt cx="0" cy="0"/>
        </a:xfrm>
      </p:grpSpPr>
      <p:sp>
        <p:nvSpPr>
          <p:cNvPr id="201" name="Google Shape;201;p52"/>
          <p:cNvSpPr txBox="1"/>
          <p:nvPr>
            <p:ph type="title"/>
          </p:nvPr>
        </p:nvSpPr>
        <p:spPr>
          <a:xfrm>
            <a:off x="457200" y="273600"/>
            <a:ext cx="8229240" cy="1144800"/>
          </a:xfrm>
          <a:prstGeom prst="rect">
            <a:avLst/>
          </a:prstGeom>
          <a:noFill/>
          <a:ln>
            <a:noFill/>
          </a:ln>
        </p:spPr>
        <p:txBody>
          <a:bodyPr anchorCtr="0" anchor="ctr" bIns="91425" lIns="91425" spcFirstLastPara="1" rIns="91425" wrap="square" tIns="91425"/>
          <a:lstStyle>
            <a:lvl1pPr indent="0" lvl="0" marL="0" marR="0" rtl="0" algn="l">
              <a:lnSpc>
                <a:spcPct val="90000"/>
              </a:lnSpc>
              <a:spcBef>
                <a:spcPts val="0"/>
              </a:spcBef>
              <a:spcAft>
                <a:spcPts val="0"/>
              </a:spcAft>
              <a:buClr>
                <a:schemeClr val="dk1"/>
              </a:buClr>
              <a:buSzPts val="1400"/>
              <a:buFont typeface="Arial"/>
              <a:buNone/>
              <a:defRPr b="0" i="0" sz="4400" u="none" cap="none" strike="noStrike">
                <a:solidFill>
                  <a:schemeClr val="dk1"/>
                </a:solidFill>
                <a:latin typeface="Arial"/>
                <a:ea typeface="Arial"/>
                <a:cs typeface="Arial"/>
                <a:sym typeface="Arial"/>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202" name="Google Shape;202;p52"/>
          <p:cNvSpPr txBox="1"/>
          <p:nvPr>
            <p:ph idx="1" type="body"/>
          </p:nvPr>
        </p:nvSpPr>
        <p:spPr>
          <a:xfrm>
            <a:off x="457200" y="1604520"/>
            <a:ext cx="8229240" cy="3977280"/>
          </a:xfrm>
          <a:prstGeom prst="rect">
            <a:avLst/>
          </a:prstGeom>
          <a:noFill/>
          <a:ln>
            <a:noFill/>
          </a:ln>
        </p:spPr>
        <p:txBody>
          <a:bodyPr anchorCtr="0" anchor="t" bIns="91425" lIns="91425" spcFirstLastPara="1" rIns="91425" wrap="square" tIns="91425"/>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03" name="Google Shape;203;p52"/>
          <p:cNvSpPr txBox="1"/>
          <p:nvPr>
            <p:ph idx="2" type="body"/>
          </p:nvPr>
        </p:nvSpPr>
        <p:spPr>
          <a:xfrm>
            <a:off x="457200" y="1604520"/>
            <a:ext cx="8229240" cy="3977280"/>
          </a:xfrm>
          <a:prstGeom prst="rect">
            <a:avLst/>
          </a:prstGeom>
          <a:noFill/>
          <a:ln>
            <a:noFill/>
          </a:ln>
        </p:spPr>
        <p:txBody>
          <a:bodyPr anchorCtr="0" anchor="t" bIns="91425" lIns="91425" spcFirstLastPara="1" rIns="91425" wrap="square" tIns="91425"/>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pic>
        <p:nvPicPr>
          <p:cNvPr id="204" name="Google Shape;204;p52"/>
          <p:cNvPicPr preferRelativeResize="0"/>
          <p:nvPr/>
        </p:nvPicPr>
        <p:blipFill rotWithShape="1">
          <a:blip r:embed="rId2">
            <a:alphaModFix/>
          </a:blip>
          <a:srcRect b="0" l="0" r="0" t="0"/>
          <a:stretch/>
        </p:blipFill>
        <p:spPr>
          <a:xfrm>
            <a:off x="2079000" y="1604520"/>
            <a:ext cx="4984920" cy="3977280"/>
          </a:xfrm>
          <a:prstGeom prst="rect">
            <a:avLst/>
          </a:prstGeom>
          <a:noFill/>
          <a:ln>
            <a:noFill/>
          </a:ln>
        </p:spPr>
      </p:pic>
      <p:pic>
        <p:nvPicPr>
          <p:cNvPr id="205" name="Google Shape;205;p52"/>
          <p:cNvPicPr preferRelativeResize="0"/>
          <p:nvPr/>
        </p:nvPicPr>
        <p:blipFill rotWithShape="1">
          <a:blip r:embed="rId2">
            <a:alphaModFix/>
          </a:blip>
          <a:srcRect b="0" l="0" r="0" t="0"/>
          <a:stretch/>
        </p:blipFill>
        <p:spPr>
          <a:xfrm>
            <a:off x="2079000" y="1604520"/>
            <a:ext cx="4984920" cy="397728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4" Type="http://schemas.openxmlformats.org/officeDocument/2006/relationships/theme" Target="../theme/theme1.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 Type="http://schemas.openxmlformats.org/officeDocument/2006/relationships/image" Target="../media/image1.png"/><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3.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4.xml"/><Relationship Id="rId10" Type="http://schemas.openxmlformats.org/officeDocument/2006/relationships/slideLayout" Target="../slideLayouts/slideLayout33.xml"/><Relationship Id="rId13" Type="http://schemas.openxmlformats.org/officeDocument/2006/relationships/slideLayout" Target="../slideLayouts/slideLayout36.xml"/><Relationship Id="rId12" Type="http://schemas.openxmlformats.org/officeDocument/2006/relationships/slideLayout" Target="../slideLayouts/slideLayout35.xml"/><Relationship Id="rId1" Type="http://schemas.openxmlformats.org/officeDocument/2006/relationships/image" Target="../media/image1.png"/><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theme" Target="../theme/theme5.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11" Type="http://schemas.openxmlformats.org/officeDocument/2006/relationships/slideLayout" Target="../slideLayouts/slideLayout46.xml"/><Relationship Id="rId10" Type="http://schemas.openxmlformats.org/officeDocument/2006/relationships/slideLayout" Target="../slideLayouts/slideLayout45.xml"/><Relationship Id="rId13" Type="http://schemas.openxmlformats.org/officeDocument/2006/relationships/slideLayout" Target="../slideLayouts/slideLayout48.xml"/><Relationship Id="rId12" Type="http://schemas.openxmlformats.org/officeDocument/2006/relationships/slideLayout" Target="../slideLayouts/slideLayout47.xml"/><Relationship Id="rId1" Type="http://schemas.openxmlformats.org/officeDocument/2006/relationships/image" Target="../media/image1.png"/><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9" Type="http://schemas.openxmlformats.org/officeDocument/2006/relationships/slideLayout" Target="../slideLayouts/slideLayout44.xml"/><Relationship Id="rId14" Type="http://schemas.openxmlformats.org/officeDocument/2006/relationships/theme" Target="../theme/theme4.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slideLayout" Target="../slideLayouts/slideLayout4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5" name="Shape 5"/>
        <p:cNvGrpSpPr/>
        <p:nvPr/>
      </p:nvGrpSpPr>
      <p:grpSpPr>
        <a:xfrm>
          <a:off x="0" y="0"/>
          <a:ext cx="0" cy="0"/>
          <a:chOff x="0" y="0"/>
          <a:chExt cx="0" cy="0"/>
        </a:xfrm>
      </p:grpSpPr>
      <p:pic>
        <p:nvPicPr>
          <p:cNvPr id="6" name="Google Shape;6;p1"/>
          <p:cNvPicPr preferRelativeResize="0"/>
          <p:nvPr/>
        </p:nvPicPr>
        <p:blipFill rotWithShape="1">
          <a:blip r:embed="rId1">
            <a:alphaModFix/>
          </a:blip>
          <a:srcRect b="0" l="0" r="0" t="0"/>
          <a:stretch/>
        </p:blipFill>
        <p:spPr>
          <a:xfrm>
            <a:off x="0" y="0"/>
            <a:ext cx="9142560" cy="6856560"/>
          </a:xfrm>
          <a:prstGeom prst="rect">
            <a:avLst/>
          </a:prstGeom>
          <a:noFill/>
          <a:ln>
            <a:noFill/>
          </a:ln>
        </p:spPr>
      </p:pic>
      <p:pic>
        <p:nvPicPr>
          <p:cNvPr id="7" name="Google Shape;7;p1"/>
          <p:cNvPicPr preferRelativeResize="0"/>
          <p:nvPr/>
        </p:nvPicPr>
        <p:blipFill rotWithShape="1">
          <a:blip r:embed="rId1">
            <a:alphaModFix/>
          </a:blip>
          <a:srcRect b="0" l="0" r="0" t="33339"/>
          <a:stretch/>
        </p:blipFill>
        <p:spPr>
          <a:xfrm>
            <a:off x="0" y="0"/>
            <a:ext cx="9142560" cy="4570560"/>
          </a:xfrm>
          <a:prstGeom prst="rect">
            <a:avLst/>
          </a:prstGeom>
          <a:noFill/>
          <a:ln>
            <a:noFill/>
          </a:ln>
        </p:spPr>
      </p:pic>
      <p:sp>
        <p:nvSpPr>
          <p:cNvPr id="8" name="Google Shape;8;p1"/>
          <p:cNvSpPr txBox="1"/>
          <p:nvPr>
            <p:ph type="title"/>
          </p:nvPr>
        </p:nvSpPr>
        <p:spPr>
          <a:xfrm>
            <a:off x="457200" y="273600"/>
            <a:ext cx="8229240" cy="1144800"/>
          </a:xfrm>
          <a:prstGeom prst="rect">
            <a:avLst/>
          </a:prstGeom>
          <a:noFill/>
          <a:ln>
            <a:noFill/>
          </a:ln>
        </p:spPr>
        <p:txBody>
          <a:bodyPr anchorCtr="0" anchor="ctr" bIns="91425" lIns="91425" spcFirstLastPara="1" rIns="91425" wrap="square" tIns="91425"/>
          <a:lstStyle>
            <a:lvl1pPr indent="0" lvl="0" marL="0" marR="0" rtl="0" algn="l">
              <a:lnSpc>
                <a:spcPct val="90000"/>
              </a:lnSpc>
              <a:spcBef>
                <a:spcPts val="0"/>
              </a:spcBef>
              <a:spcAft>
                <a:spcPts val="0"/>
              </a:spcAft>
              <a:buClr>
                <a:schemeClr val="dk1"/>
              </a:buClr>
              <a:buSzPts val="1400"/>
              <a:buFont typeface="Arial"/>
              <a:buNone/>
              <a:defRPr b="0" i="0" sz="4400" u="none" cap="none" strike="noStrike">
                <a:solidFill>
                  <a:schemeClr val="dk1"/>
                </a:solidFill>
                <a:latin typeface="Arial"/>
                <a:ea typeface="Arial"/>
                <a:cs typeface="Arial"/>
                <a:sym typeface="Arial"/>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9" name="Google Shape;9;p1"/>
          <p:cNvSpPr txBox="1"/>
          <p:nvPr>
            <p:ph idx="1" type="body"/>
          </p:nvPr>
        </p:nvSpPr>
        <p:spPr>
          <a:xfrm>
            <a:off x="457200" y="1604520"/>
            <a:ext cx="8229240" cy="3977280"/>
          </a:xfrm>
          <a:prstGeom prst="rect">
            <a:avLst/>
          </a:prstGeom>
          <a:noFill/>
          <a:ln>
            <a:noFill/>
          </a:ln>
        </p:spPr>
        <p:txBody>
          <a:bodyPr anchorCtr="0" anchor="t" bIns="91425" lIns="91425" spcFirstLastPara="1" rIns="91425" wrap="square" tIns="91425"/>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56" name="Shape 56"/>
        <p:cNvGrpSpPr/>
        <p:nvPr/>
      </p:nvGrpSpPr>
      <p:grpSpPr>
        <a:xfrm>
          <a:off x="0" y="0"/>
          <a:ext cx="0" cy="0"/>
          <a:chOff x="0" y="0"/>
          <a:chExt cx="0" cy="0"/>
        </a:xfrm>
      </p:grpSpPr>
      <p:pic>
        <p:nvPicPr>
          <p:cNvPr id="57" name="Google Shape;57;p14"/>
          <p:cNvPicPr preferRelativeResize="0"/>
          <p:nvPr/>
        </p:nvPicPr>
        <p:blipFill rotWithShape="1">
          <a:blip r:embed="rId1">
            <a:alphaModFix/>
          </a:blip>
          <a:srcRect b="0" l="0" r="0" t="0"/>
          <a:stretch/>
        </p:blipFill>
        <p:spPr>
          <a:xfrm>
            <a:off x="0" y="0"/>
            <a:ext cx="9142560" cy="6856560"/>
          </a:xfrm>
          <a:prstGeom prst="rect">
            <a:avLst/>
          </a:prstGeom>
          <a:noFill/>
          <a:ln>
            <a:noFill/>
          </a:ln>
        </p:spPr>
      </p:pic>
      <p:sp>
        <p:nvSpPr>
          <p:cNvPr id="58" name="Google Shape;58;p14"/>
          <p:cNvSpPr txBox="1"/>
          <p:nvPr>
            <p:ph type="title"/>
          </p:nvPr>
        </p:nvSpPr>
        <p:spPr>
          <a:xfrm>
            <a:off x="457200" y="273600"/>
            <a:ext cx="8229240" cy="1144800"/>
          </a:xfrm>
          <a:prstGeom prst="rect">
            <a:avLst/>
          </a:prstGeom>
          <a:noFill/>
          <a:ln>
            <a:noFill/>
          </a:ln>
        </p:spPr>
        <p:txBody>
          <a:bodyPr anchorCtr="0" anchor="ctr" bIns="91425" lIns="91425" spcFirstLastPara="1" rIns="91425" wrap="square" tIns="91425"/>
          <a:lstStyle>
            <a:lvl1pPr indent="0" lvl="0" marL="0" marR="0" rtl="0" algn="l">
              <a:lnSpc>
                <a:spcPct val="90000"/>
              </a:lnSpc>
              <a:spcBef>
                <a:spcPts val="0"/>
              </a:spcBef>
              <a:spcAft>
                <a:spcPts val="0"/>
              </a:spcAft>
              <a:buClr>
                <a:schemeClr val="dk1"/>
              </a:buClr>
              <a:buSzPts val="1400"/>
              <a:buFont typeface="Arial"/>
              <a:buNone/>
              <a:defRPr b="0" i="0" sz="4400" u="none" cap="none" strike="noStrike">
                <a:solidFill>
                  <a:schemeClr val="dk1"/>
                </a:solidFill>
                <a:latin typeface="Arial"/>
                <a:ea typeface="Arial"/>
                <a:cs typeface="Arial"/>
                <a:sym typeface="Arial"/>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59" name="Google Shape;59;p14"/>
          <p:cNvSpPr txBox="1"/>
          <p:nvPr>
            <p:ph idx="1" type="body"/>
          </p:nvPr>
        </p:nvSpPr>
        <p:spPr>
          <a:xfrm>
            <a:off x="457200" y="1604520"/>
            <a:ext cx="8229240" cy="3977280"/>
          </a:xfrm>
          <a:prstGeom prst="rect">
            <a:avLst/>
          </a:prstGeom>
          <a:noFill/>
          <a:ln>
            <a:noFill/>
          </a:ln>
        </p:spPr>
        <p:txBody>
          <a:bodyPr anchorCtr="0" anchor="t" bIns="91425" lIns="91425" spcFirstLastPara="1" rIns="91425" wrap="square" tIns="91425"/>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106" name="Shape 106"/>
        <p:cNvGrpSpPr/>
        <p:nvPr/>
      </p:nvGrpSpPr>
      <p:grpSpPr>
        <a:xfrm>
          <a:off x="0" y="0"/>
          <a:ext cx="0" cy="0"/>
          <a:chOff x="0" y="0"/>
          <a:chExt cx="0" cy="0"/>
        </a:xfrm>
      </p:grpSpPr>
      <p:pic>
        <p:nvPicPr>
          <p:cNvPr id="107" name="Google Shape;107;p27"/>
          <p:cNvPicPr preferRelativeResize="0"/>
          <p:nvPr/>
        </p:nvPicPr>
        <p:blipFill rotWithShape="1">
          <a:blip r:embed="rId1">
            <a:alphaModFix/>
          </a:blip>
          <a:srcRect b="0" l="0" r="0" t="0"/>
          <a:stretch/>
        </p:blipFill>
        <p:spPr>
          <a:xfrm>
            <a:off x="0" y="0"/>
            <a:ext cx="9142560" cy="6856560"/>
          </a:xfrm>
          <a:prstGeom prst="rect">
            <a:avLst/>
          </a:prstGeom>
          <a:noFill/>
          <a:ln>
            <a:noFill/>
          </a:ln>
        </p:spPr>
      </p:pic>
      <p:sp>
        <p:nvSpPr>
          <p:cNvPr id="108" name="Google Shape;108;p27"/>
          <p:cNvSpPr txBox="1"/>
          <p:nvPr>
            <p:ph type="title"/>
          </p:nvPr>
        </p:nvSpPr>
        <p:spPr>
          <a:xfrm>
            <a:off x="457200" y="273600"/>
            <a:ext cx="8229240" cy="1144800"/>
          </a:xfrm>
          <a:prstGeom prst="rect">
            <a:avLst/>
          </a:prstGeom>
          <a:noFill/>
          <a:ln>
            <a:noFill/>
          </a:ln>
        </p:spPr>
        <p:txBody>
          <a:bodyPr anchorCtr="0" anchor="ctr" bIns="91425" lIns="91425" spcFirstLastPara="1" rIns="91425" wrap="square" tIns="91425"/>
          <a:lstStyle>
            <a:lvl1pPr indent="0" lvl="0" marL="0" marR="0" rtl="0" algn="l">
              <a:lnSpc>
                <a:spcPct val="90000"/>
              </a:lnSpc>
              <a:spcBef>
                <a:spcPts val="0"/>
              </a:spcBef>
              <a:spcAft>
                <a:spcPts val="0"/>
              </a:spcAft>
              <a:buClr>
                <a:schemeClr val="dk1"/>
              </a:buClr>
              <a:buSzPts val="1400"/>
              <a:buFont typeface="Arial"/>
              <a:buNone/>
              <a:defRPr b="0" i="0" sz="4400" u="none" cap="none" strike="noStrike">
                <a:solidFill>
                  <a:schemeClr val="dk1"/>
                </a:solidFill>
                <a:latin typeface="Arial"/>
                <a:ea typeface="Arial"/>
                <a:cs typeface="Arial"/>
                <a:sym typeface="Arial"/>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109" name="Google Shape;109;p27"/>
          <p:cNvSpPr txBox="1"/>
          <p:nvPr>
            <p:ph idx="1" type="body"/>
          </p:nvPr>
        </p:nvSpPr>
        <p:spPr>
          <a:xfrm>
            <a:off x="457200" y="1604520"/>
            <a:ext cx="8229240" cy="3977280"/>
          </a:xfrm>
          <a:prstGeom prst="rect">
            <a:avLst/>
          </a:prstGeom>
          <a:noFill/>
          <a:ln>
            <a:noFill/>
          </a:ln>
        </p:spPr>
        <p:txBody>
          <a:bodyPr anchorCtr="0" anchor="t" bIns="91425" lIns="91425" spcFirstLastPara="1" rIns="91425" wrap="square" tIns="91425"/>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 id="2147483683"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156" name="Shape 156"/>
        <p:cNvGrpSpPr/>
        <p:nvPr/>
      </p:nvGrpSpPr>
      <p:grpSpPr>
        <a:xfrm>
          <a:off x="0" y="0"/>
          <a:ext cx="0" cy="0"/>
          <a:chOff x="0" y="0"/>
          <a:chExt cx="0" cy="0"/>
        </a:xfrm>
      </p:grpSpPr>
      <p:pic>
        <p:nvPicPr>
          <p:cNvPr id="157" name="Google Shape;157;p40"/>
          <p:cNvPicPr preferRelativeResize="0"/>
          <p:nvPr/>
        </p:nvPicPr>
        <p:blipFill rotWithShape="1">
          <a:blip r:embed="rId1">
            <a:alphaModFix/>
          </a:blip>
          <a:srcRect b="0" l="0" r="0" t="0"/>
          <a:stretch/>
        </p:blipFill>
        <p:spPr>
          <a:xfrm>
            <a:off x="0" y="0"/>
            <a:ext cx="9142560" cy="6856560"/>
          </a:xfrm>
          <a:prstGeom prst="rect">
            <a:avLst/>
          </a:prstGeom>
          <a:noFill/>
          <a:ln>
            <a:noFill/>
          </a:ln>
        </p:spPr>
      </p:pic>
      <p:sp>
        <p:nvSpPr>
          <p:cNvPr id="158" name="Google Shape;158;p40"/>
          <p:cNvSpPr txBox="1"/>
          <p:nvPr>
            <p:ph type="title"/>
          </p:nvPr>
        </p:nvSpPr>
        <p:spPr>
          <a:xfrm>
            <a:off x="457200" y="273600"/>
            <a:ext cx="8229240" cy="1144800"/>
          </a:xfrm>
          <a:prstGeom prst="rect">
            <a:avLst/>
          </a:prstGeom>
          <a:noFill/>
          <a:ln>
            <a:noFill/>
          </a:ln>
        </p:spPr>
        <p:txBody>
          <a:bodyPr anchorCtr="0" anchor="ctr" bIns="91425" lIns="91425" spcFirstLastPara="1" rIns="91425" wrap="square" tIns="91425"/>
          <a:lstStyle>
            <a:lvl1pPr indent="0" lvl="0" marL="0" marR="0" rtl="0" algn="l">
              <a:lnSpc>
                <a:spcPct val="90000"/>
              </a:lnSpc>
              <a:spcBef>
                <a:spcPts val="0"/>
              </a:spcBef>
              <a:spcAft>
                <a:spcPts val="0"/>
              </a:spcAft>
              <a:buClr>
                <a:schemeClr val="dk1"/>
              </a:buClr>
              <a:buSzPts val="1400"/>
              <a:buFont typeface="Arial"/>
              <a:buNone/>
              <a:defRPr b="0" i="0" sz="4400" u="none" cap="none" strike="noStrike">
                <a:solidFill>
                  <a:schemeClr val="dk1"/>
                </a:solidFill>
                <a:latin typeface="Arial"/>
                <a:ea typeface="Arial"/>
                <a:cs typeface="Arial"/>
                <a:sym typeface="Arial"/>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159" name="Google Shape;159;p40"/>
          <p:cNvSpPr txBox="1"/>
          <p:nvPr>
            <p:ph idx="1" type="body"/>
          </p:nvPr>
        </p:nvSpPr>
        <p:spPr>
          <a:xfrm>
            <a:off x="457200" y="1604520"/>
            <a:ext cx="8229240" cy="3977280"/>
          </a:xfrm>
          <a:prstGeom prst="rect">
            <a:avLst/>
          </a:prstGeom>
          <a:noFill/>
          <a:ln>
            <a:noFill/>
          </a:ln>
        </p:spPr>
        <p:txBody>
          <a:bodyPr anchorCtr="0" anchor="t" bIns="91425" lIns="91425" spcFirstLastPara="1" rIns="91425" wrap="square" tIns="91425"/>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 id="2147483694" r:id="rId12"/>
    <p:sldLayoutId id="2147483695"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gradFill>
          <a:gsLst>
            <a:gs pos="0">
              <a:srgbClr val="262626"/>
            </a:gs>
            <a:gs pos="100000">
              <a:schemeClr val="dk1"/>
            </a:gs>
          </a:gsLst>
          <a:lin ang="5400000" scaled="0"/>
        </a:gradFill>
      </p:bgPr>
    </p:bg>
    <p:spTree>
      <p:nvGrpSpPr>
        <p:cNvPr id="209" name="Shape 209"/>
        <p:cNvGrpSpPr/>
        <p:nvPr/>
      </p:nvGrpSpPr>
      <p:grpSpPr>
        <a:xfrm>
          <a:off x="0" y="0"/>
          <a:ext cx="0" cy="0"/>
          <a:chOff x="0" y="0"/>
          <a:chExt cx="0" cy="0"/>
        </a:xfrm>
      </p:grpSpPr>
      <p:sp>
        <p:nvSpPr>
          <p:cNvPr id="210" name="Google Shape;210;p53"/>
          <p:cNvSpPr/>
          <p:nvPr/>
        </p:nvSpPr>
        <p:spPr>
          <a:xfrm>
            <a:off x="685800" y="2007720"/>
            <a:ext cx="7770960" cy="1468440"/>
          </a:xfrm>
          <a:prstGeom prst="rect">
            <a:avLst/>
          </a:prstGeom>
          <a:noFill/>
          <a:ln>
            <a:noFill/>
          </a:ln>
        </p:spPr>
        <p:txBody>
          <a:bodyPr anchorCtr="0" anchor="b"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0" lang="en-US" sz="9600" cap="none" strike="noStrike">
                <a:solidFill>
                  <a:srgbClr val="FFFFFF"/>
                </a:solidFill>
                <a:latin typeface="Cambria"/>
                <a:ea typeface="Cambria"/>
                <a:cs typeface="Cambria"/>
                <a:sym typeface="Cambria"/>
              </a:rPr>
              <a:t>BUFFER OVERFLOWS </a:t>
            </a:r>
            <a:endParaRPr b="0" sz="1800" strike="noStrike">
              <a:solidFill>
                <a:srgbClr val="000000"/>
              </a:solidFill>
              <a:latin typeface="Arial"/>
              <a:ea typeface="Arial"/>
              <a:cs typeface="Arial"/>
              <a:sym typeface="Arial"/>
            </a:endParaRPr>
          </a:p>
        </p:txBody>
      </p:sp>
      <p:sp>
        <p:nvSpPr>
          <p:cNvPr id="211" name="Google Shape;211;p53"/>
          <p:cNvSpPr txBox="1"/>
          <p:nvPr/>
        </p:nvSpPr>
        <p:spPr>
          <a:xfrm>
            <a:off x="4643021" y="4678532"/>
            <a:ext cx="3941686" cy="55399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lt1"/>
                </a:solidFill>
                <a:latin typeface="Arial"/>
                <a:ea typeface="Arial"/>
                <a:cs typeface="Arial"/>
                <a:sym typeface="Arial"/>
              </a:rPr>
              <a:t>by Dinesh Kumar and Bharatvaj</a:t>
            </a:r>
            <a:endParaRPr sz="1800">
              <a:solidFill>
                <a:schemeClr val="lt1"/>
              </a:solidFill>
              <a:latin typeface="Arial"/>
              <a:ea typeface="Arial"/>
              <a:cs typeface="Arial"/>
              <a:sym typeface="Arial"/>
            </a:endParaRPr>
          </a:p>
          <a:p>
            <a:pPr indent="0" lvl="0" marL="0" marR="0" rtl="0" algn="l">
              <a:spcBef>
                <a:spcPts val="0"/>
              </a:spcBef>
              <a:spcAft>
                <a:spcPts val="0"/>
              </a:spcAft>
              <a:buNone/>
            </a:pPr>
            <a:r>
              <a:rPr lang="en-US" sz="1200">
                <a:solidFill>
                  <a:schemeClr val="lt1"/>
                </a:solidFill>
                <a:latin typeface="Arial"/>
                <a:ea typeface="Arial"/>
                <a:cs typeface="Arial"/>
                <a:sym typeface="Arial"/>
              </a:rPr>
              <a:t>of Computer Science and Engineering Department</a:t>
            </a:r>
            <a:endParaRPr sz="1200">
              <a:solidFill>
                <a:schemeClr val="lt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gradFill>
          <a:gsLst>
            <a:gs pos="0">
              <a:srgbClr val="262626"/>
            </a:gs>
            <a:gs pos="100000">
              <a:schemeClr val="dk1"/>
            </a:gs>
          </a:gsLst>
          <a:lin ang="5400000" scaled="0"/>
        </a:gradFill>
      </p:bgPr>
    </p:bg>
    <p:spTree>
      <p:nvGrpSpPr>
        <p:cNvPr id="215" name="Shape 215"/>
        <p:cNvGrpSpPr/>
        <p:nvPr/>
      </p:nvGrpSpPr>
      <p:grpSpPr>
        <a:xfrm>
          <a:off x="0" y="0"/>
          <a:ext cx="0" cy="0"/>
          <a:chOff x="0" y="0"/>
          <a:chExt cx="0" cy="0"/>
        </a:xfrm>
      </p:grpSpPr>
      <p:sp>
        <p:nvSpPr>
          <p:cNvPr id="216" name="Google Shape;216;p54"/>
          <p:cNvSpPr/>
          <p:nvPr/>
        </p:nvSpPr>
        <p:spPr>
          <a:xfrm>
            <a:off x="609480" y="274680"/>
            <a:ext cx="7923240" cy="1141560"/>
          </a:xfrm>
          <a:prstGeom prst="rect">
            <a:avLst/>
          </a:prstGeom>
          <a:noFill/>
          <a:ln>
            <a:noFill/>
          </a:ln>
        </p:spPr>
        <p:txBody>
          <a:bodyPr anchorCtr="0" anchor="b" bIns="45000" lIns="90000" spcFirstLastPara="1" rIns="90000" wrap="square" tIns="45000">
            <a:noAutofit/>
          </a:bodyPr>
          <a:lstStyle/>
          <a:p>
            <a:pPr indent="0" lvl="0" marL="0" marR="0" rtl="0" algn="ctr">
              <a:lnSpc>
                <a:spcPct val="100000"/>
              </a:lnSpc>
              <a:spcBef>
                <a:spcPts val="0"/>
              </a:spcBef>
              <a:spcAft>
                <a:spcPts val="0"/>
              </a:spcAft>
              <a:buNone/>
            </a:pPr>
            <a:r>
              <a:rPr b="0" lang="en-US" sz="5400" u="sng" cap="none" strike="noStrike">
                <a:solidFill>
                  <a:srgbClr val="FFFFFF"/>
                </a:solidFill>
                <a:latin typeface="Cambria"/>
                <a:ea typeface="Cambria"/>
                <a:cs typeface="Cambria"/>
                <a:sym typeface="Cambria"/>
              </a:rPr>
              <a:t>B</a:t>
            </a:r>
            <a:r>
              <a:rPr b="0" lang="en-US" sz="4000" u="sng" cap="none" strike="noStrike">
                <a:solidFill>
                  <a:srgbClr val="FFFFFF"/>
                </a:solidFill>
                <a:latin typeface="Cambria"/>
                <a:ea typeface="Cambria"/>
                <a:cs typeface="Cambria"/>
                <a:sym typeface="Cambria"/>
              </a:rPr>
              <a:t>UFFER</a:t>
            </a:r>
            <a:r>
              <a:rPr b="0" lang="en-US" sz="5400" u="sng" cap="none" strike="noStrike">
                <a:solidFill>
                  <a:srgbClr val="FFFFFF"/>
                </a:solidFill>
                <a:latin typeface="Cambria"/>
                <a:ea typeface="Cambria"/>
                <a:cs typeface="Cambria"/>
                <a:sym typeface="Cambria"/>
              </a:rPr>
              <a:t> O</a:t>
            </a:r>
            <a:r>
              <a:rPr b="0" lang="en-US" sz="4400" u="sng" cap="none" strike="noStrike">
                <a:solidFill>
                  <a:srgbClr val="FFFFFF"/>
                </a:solidFill>
                <a:latin typeface="Cambria"/>
                <a:ea typeface="Cambria"/>
                <a:cs typeface="Cambria"/>
                <a:sym typeface="Cambria"/>
              </a:rPr>
              <a:t>VERFLOWS</a:t>
            </a:r>
            <a:endParaRPr b="0" sz="1800" strike="noStrike">
              <a:solidFill>
                <a:srgbClr val="000000"/>
              </a:solidFill>
              <a:latin typeface="Arial"/>
              <a:ea typeface="Arial"/>
              <a:cs typeface="Arial"/>
              <a:sym typeface="Arial"/>
            </a:endParaRPr>
          </a:p>
        </p:txBody>
      </p:sp>
      <p:sp>
        <p:nvSpPr>
          <p:cNvPr id="217" name="Google Shape;217;p54"/>
          <p:cNvSpPr/>
          <p:nvPr/>
        </p:nvSpPr>
        <p:spPr>
          <a:xfrm>
            <a:off x="609480" y="1600200"/>
            <a:ext cx="7923240" cy="4113360"/>
          </a:xfrm>
          <a:prstGeom prst="rect">
            <a:avLst/>
          </a:prstGeom>
          <a:noFill/>
          <a:ln>
            <a:noFill/>
          </a:ln>
        </p:spPr>
        <p:txBody>
          <a:bodyPr anchorCtr="0" anchor="t" bIns="45000" lIns="90000" spcFirstLastPara="1" rIns="90000" wrap="square" tIns="45000">
            <a:noAutofit/>
          </a:bodyPr>
          <a:lstStyle/>
          <a:p>
            <a:pPr indent="-343080" lvl="0" marL="343080" marR="0" rtl="0" algn="l">
              <a:lnSpc>
                <a:spcPct val="100000"/>
              </a:lnSpc>
              <a:spcBef>
                <a:spcPts val="0"/>
              </a:spcBef>
              <a:spcAft>
                <a:spcPts val="0"/>
              </a:spcAft>
              <a:buClr>
                <a:srgbClr val="DC9E1F"/>
              </a:buClr>
              <a:buSzPts val="2800"/>
              <a:buFont typeface="Noto Sans Symbols"/>
              <a:buChar char="➢"/>
            </a:pPr>
            <a:r>
              <a:rPr b="0" lang="en-US" sz="2800" strike="noStrike">
                <a:solidFill>
                  <a:srgbClr val="FFFFFF"/>
                </a:solidFill>
                <a:latin typeface="Calibri"/>
                <a:ea typeface="Calibri"/>
                <a:cs typeface="Calibri"/>
                <a:sym typeface="Calibri"/>
              </a:rPr>
              <a:t>One of the most common vulnerability found in  a software.</a:t>
            </a:r>
            <a:endParaRPr b="0" sz="1800" strike="noStrike">
              <a:solidFill>
                <a:srgbClr val="000000"/>
              </a:solidFill>
              <a:latin typeface="Arial"/>
              <a:ea typeface="Arial"/>
              <a:cs typeface="Arial"/>
              <a:sym typeface="Arial"/>
            </a:endParaRPr>
          </a:p>
          <a:p>
            <a:pPr indent="-343080" lvl="0" marL="343080" marR="0" rtl="0" algn="l">
              <a:lnSpc>
                <a:spcPct val="100000"/>
              </a:lnSpc>
              <a:spcBef>
                <a:spcPts val="0"/>
              </a:spcBef>
              <a:spcAft>
                <a:spcPts val="0"/>
              </a:spcAft>
              <a:buClr>
                <a:srgbClr val="DC9E1F"/>
              </a:buClr>
              <a:buSzPts val="2800"/>
              <a:buFont typeface="Noto Sans Symbols"/>
              <a:buChar char="➢"/>
            </a:pPr>
            <a:r>
              <a:rPr b="0" lang="en-US" sz="2800" strike="noStrike">
                <a:solidFill>
                  <a:srgbClr val="FFFFFF"/>
                </a:solidFill>
                <a:latin typeface="Calibri"/>
                <a:ea typeface="Calibri"/>
                <a:cs typeface="Calibri"/>
                <a:sym typeface="Calibri"/>
              </a:rPr>
              <a:t>Particularly problematic when present in system libraries and other code that runs with high execution privileges.</a:t>
            </a:r>
            <a:endParaRPr b="0" sz="1800" strike="noStrike">
              <a:solidFill>
                <a:srgbClr val="000000"/>
              </a:solidFill>
              <a:latin typeface="Arial"/>
              <a:ea typeface="Arial"/>
              <a:cs typeface="Arial"/>
              <a:sym typeface="Arial"/>
            </a:endParaRPr>
          </a:p>
          <a:p>
            <a:pPr indent="-343080" lvl="0" marL="343080" marR="0" rtl="0" algn="l">
              <a:lnSpc>
                <a:spcPct val="100000"/>
              </a:lnSpc>
              <a:spcBef>
                <a:spcPts val="0"/>
              </a:spcBef>
              <a:spcAft>
                <a:spcPts val="0"/>
              </a:spcAft>
              <a:buClr>
                <a:srgbClr val="DC9E1F"/>
              </a:buClr>
              <a:buSzPts val="2800"/>
              <a:buFont typeface="Noto Sans Symbols"/>
              <a:buChar char="➢"/>
            </a:pPr>
            <a:r>
              <a:rPr b="0" lang="en-US" sz="2800" strike="noStrike">
                <a:solidFill>
                  <a:srgbClr val="FFFFFF"/>
                </a:solidFill>
                <a:latin typeface="Calibri"/>
                <a:ea typeface="Calibri"/>
                <a:cs typeface="Calibri"/>
                <a:sym typeface="Calibri"/>
              </a:rPr>
              <a:t> Still of major concern due to</a:t>
            </a:r>
            <a:endParaRPr b="0" sz="1800" strike="noStrike">
              <a:solidFill>
                <a:srgbClr val="000000"/>
              </a:solidFill>
              <a:latin typeface="Arial"/>
              <a:ea typeface="Arial"/>
              <a:cs typeface="Arial"/>
              <a:sym typeface="Arial"/>
            </a:endParaRPr>
          </a:p>
          <a:p>
            <a:pPr indent="-285840" lvl="1" marL="743040" marR="0" rtl="0" algn="l">
              <a:lnSpc>
                <a:spcPct val="100000"/>
              </a:lnSpc>
              <a:spcBef>
                <a:spcPts val="0"/>
              </a:spcBef>
              <a:spcAft>
                <a:spcPts val="0"/>
              </a:spcAft>
              <a:buClr>
                <a:srgbClr val="DC9E1F"/>
              </a:buClr>
              <a:buSzPts val="2800"/>
              <a:buFont typeface="Noto Sans Symbols"/>
              <a:buChar char="❖"/>
            </a:pPr>
            <a:r>
              <a:rPr b="0" i="0" lang="en-US" sz="2800" u="none" cap="none" strike="noStrike">
                <a:solidFill>
                  <a:srgbClr val="FFFFFF"/>
                </a:solidFill>
                <a:latin typeface="Calibri"/>
                <a:ea typeface="Calibri"/>
                <a:cs typeface="Calibri"/>
                <a:sym typeface="Calibri"/>
              </a:rPr>
              <a:t>  legacy of widely deployed buggy</a:t>
            </a:r>
            <a:endParaRPr b="0" i="0" sz="1800" u="none" cap="none" strike="noStrike">
              <a:solidFill>
                <a:srgbClr val="000000"/>
              </a:solidFill>
              <a:latin typeface="Arial"/>
              <a:ea typeface="Arial"/>
              <a:cs typeface="Arial"/>
              <a:sym typeface="Arial"/>
            </a:endParaRPr>
          </a:p>
          <a:p>
            <a:pPr indent="-285840" lvl="1" marL="743040" marR="0" rtl="0" algn="l">
              <a:lnSpc>
                <a:spcPct val="100000"/>
              </a:lnSpc>
              <a:spcBef>
                <a:spcPts val="0"/>
              </a:spcBef>
              <a:spcAft>
                <a:spcPts val="0"/>
              </a:spcAft>
              <a:buClr>
                <a:srgbClr val="DC9E1F"/>
              </a:buClr>
              <a:buSzPts val="2800"/>
              <a:buFont typeface="Noto Sans Symbols"/>
              <a:buChar char="❖"/>
            </a:pPr>
            <a:r>
              <a:rPr b="0" i="0" lang="en-US" sz="2800" u="none" cap="none" strike="noStrike">
                <a:solidFill>
                  <a:srgbClr val="FFFFFF"/>
                </a:solidFill>
                <a:latin typeface="Calibri"/>
                <a:ea typeface="Calibri"/>
                <a:cs typeface="Calibri"/>
                <a:sym typeface="Calibri"/>
              </a:rPr>
              <a:t>  continued careless programming techniques</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sz="1800" strike="noStrike">
              <a:solidFill>
                <a:srgbClr val="000000"/>
              </a:solidFill>
              <a:latin typeface="Arial"/>
              <a:ea typeface="Arial"/>
              <a:cs typeface="Arial"/>
              <a:sym typeface="Arial"/>
            </a:endParaRPr>
          </a:p>
        </p:txBody>
      </p:sp>
    </p:spTree>
  </p:cSld>
  <p:clrMapOvr>
    <a:masterClrMapping/>
  </p:clrMapOvr>
  <p:transition spd="slow">
    <p:fade thruBlk="1"/>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gradFill>
          <a:gsLst>
            <a:gs pos="0">
              <a:srgbClr val="262626"/>
            </a:gs>
            <a:gs pos="100000">
              <a:schemeClr val="dk1"/>
            </a:gs>
          </a:gsLst>
          <a:lin ang="5400000" scaled="0"/>
        </a:gradFill>
      </p:bgPr>
    </p:bg>
    <p:spTree>
      <p:nvGrpSpPr>
        <p:cNvPr id="221" name="Shape 221"/>
        <p:cNvGrpSpPr/>
        <p:nvPr/>
      </p:nvGrpSpPr>
      <p:grpSpPr>
        <a:xfrm>
          <a:off x="0" y="0"/>
          <a:ext cx="0" cy="0"/>
          <a:chOff x="0" y="0"/>
          <a:chExt cx="0" cy="0"/>
        </a:xfrm>
      </p:grpSpPr>
      <p:sp>
        <p:nvSpPr>
          <p:cNvPr id="222" name="Google Shape;222;p55"/>
          <p:cNvSpPr/>
          <p:nvPr/>
        </p:nvSpPr>
        <p:spPr>
          <a:xfrm>
            <a:off x="609480" y="274680"/>
            <a:ext cx="7923240" cy="1141560"/>
          </a:xfrm>
          <a:prstGeom prst="rect">
            <a:avLst/>
          </a:prstGeom>
          <a:noFill/>
          <a:ln>
            <a:noFill/>
          </a:ln>
        </p:spPr>
        <p:txBody>
          <a:bodyPr anchorCtr="0" anchor="b" bIns="45000" lIns="90000" spcFirstLastPara="1" rIns="90000" wrap="square" tIns="45000">
            <a:noAutofit/>
          </a:bodyPr>
          <a:lstStyle/>
          <a:p>
            <a:pPr indent="0" lvl="0" marL="0" marR="0" rtl="0" algn="ctr">
              <a:lnSpc>
                <a:spcPct val="100000"/>
              </a:lnSpc>
              <a:spcBef>
                <a:spcPts val="0"/>
              </a:spcBef>
              <a:spcAft>
                <a:spcPts val="0"/>
              </a:spcAft>
              <a:buNone/>
            </a:pPr>
            <a:r>
              <a:rPr b="0" lang="en-US" sz="8000" u="sng" cap="none" strike="noStrike">
                <a:solidFill>
                  <a:srgbClr val="FFFFFF"/>
                </a:solidFill>
                <a:latin typeface="Cambria"/>
                <a:ea typeface="Cambria"/>
                <a:cs typeface="Cambria"/>
                <a:sym typeface="Cambria"/>
              </a:rPr>
              <a:t>ABSTRACT</a:t>
            </a:r>
            <a:endParaRPr b="0" sz="1800" strike="noStrike">
              <a:solidFill>
                <a:srgbClr val="000000"/>
              </a:solidFill>
              <a:latin typeface="Arial"/>
              <a:ea typeface="Arial"/>
              <a:cs typeface="Arial"/>
              <a:sym typeface="Arial"/>
            </a:endParaRPr>
          </a:p>
        </p:txBody>
      </p:sp>
      <p:sp>
        <p:nvSpPr>
          <p:cNvPr id="223" name="Google Shape;223;p55"/>
          <p:cNvSpPr/>
          <p:nvPr/>
        </p:nvSpPr>
        <p:spPr>
          <a:xfrm>
            <a:off x="609480" y="1600200"/>
            <a:ext cx="7923240" cy="4113360"/>
          </a:xfrm>
          <a:prstGeom prst="rect">
            <a:avLst/>
          </a:prstGeom>
          <a:noFill/>
          <a:ln>
            <a:noFill/>
          </a:ln>
        </p:spPr>
        <p:txBody>
          <a:bodyPr anchorCtr="0" anchor="t" bIns="45000" lIns="90000" spcFirstLastPara="1" rIns="90000" wrap="square" tIns="45000">
            <a:noAutofit/>
          </a:bodyPr>
          <a:lstStyle/>
          <a:p>
            <a:pPr indent="-343080" lvl="0" marL="343080" marR="0" rtl="0" algn="l">
              <a:lnSpc>
                <a:spcPct val="100000"/>
              </a:lnSpc>
              <a:spcBef>
                <a:spcPts val="0"/>
              </a:spcBef>
              <a:spcAft>
                <a:spcPts val="0"/>
              </a:spcAft>
              <a:buClr>
                <a:srgbClr val="DC9E1F"/>
              </a:buClr>
              <a:buSzPts val="2400"/>
              <a:buFont typeface="Arial"/>
              <a:buChar char="•"/>
            </a:pPr>
            <a:r>
              <a:rPr b="0" lang="en-US" sz="2400" strike="noStrike">
                <a:solidFill>
                  <a:srgbClr val="FFFFFF"/>
                </a:solidFill>
                <a:latin typeface="Calibri"/>
                <a:ea typeface="Calibri"/>
                <a:cs typeface="Calibri"/>
                <a:sym typeface="Calibri"/>
              </a:rPr>
              <a:t>This paper will explain about the  Stack overflow technique which is used to exploit the application program(JBOSS) with a feasible approach , which can be reproduced under the specific circumstances. The Stack overflow technique is well documented and is explained as a “rare occurrence”, but can be seen in many applications(even in highly celebrated applications such as JBOSS, nginx, etc).This paper also explains about the Buffer overflow defense(inclusive of Stack Bufferflow) and  also avoid occurrence of Buffer flow.</a:t>
            </a:r>
            <a:endParaRPr b="0" sz="1800" strike="noStrike">
              <a:solidFill>
                <a:srgbClr val="000000"/>
              </a:solidFill>
              <a:latin typeface="Arial"/>
              <a:ea typeface="Arial"/>
              <a:cs typeface="Arial"/>
              <a:sym typeface="Arial"/>
            </a:endParaRPr>
          </a:p>
        </p:txBody>
      </p:sp>
    </p:spTree>
  </p:cSld>
  <p:clrMapOvr>
    <a:masterClrMapping/>
  </p:clrMapOvr>
  <p:transition spd="slow">
    <p:fade thruBlk="1"/>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gradFill>
          <a:gsLst>
            <a:gs pos="0">
              <a:srgbClr val="262626"/>
            </a:gs>
            <a:gs pos="100000">
              <a:schemeClr val="dk1"/>
            </a:gs>
          </a:gsLst>
          <a:lin ang="5400000" scaled="0"/>
        </a:gradFill>
      </p:bgPr>
    </p:bg>
    <p:spTree>
      <p:nvGrpSpPr>
        <p:cNvPr id="227" name="Shape 227"/>
        <p:cNvGrpSpPr/>
        <p:nvPr/>
      </p:nvGrpSpPr>
      <p:grpSpPr>
        <a:xfrm>
          <a:off x="0" y="0"/>
          <a:ext cx="0" cy="0"/>
          <a:chOff x="0" y="0"/>
          <a:chExt cx="0" cy="0"/>
        </a:xfrm>
      </p:grpSpPr>
      <p:sp>
        <p:nvSpPr>
          <p:cNvPr id="228" name="Google Shape;228;p56"/>
          <p:cNvSpPr/>
          <p:nvPr/>
        </p:nvSpPr>
        <p:spPr>
          <a:xfrm>
            <a:off x="609480" y="274680"/>
            <a:ext cx="7923240" cy="1141560"/>
          </a:xfrm>
          <a:prstGeom prst="rect">
            <a:avLst/>
          </a:prstGeom>
          <a:noFill/>
          <a:ln>
            <a:noFill/>
          </a:ln>
        </p:spPr>
        <p:txBody>
          <a:bodyPr anchorCtr="0" anchor="b" bIns="45000" lIns="90000" spcFirstLastPara="1" rIns="90000" wrap="square" tIns="45000">
            <a:noAutofit/>
          </a:bodyPr>
          <a:lstStyle/>
          <a:p>
            <a:pPr indent="0" lvl="0" marL="0" marR="0" rtl="0" algn="ctr">
              <a:lnSpc>
                <a:spcPct val="100000"/>
              </a:lnSpc>
              <a:spcBef>
                <a:spcPts val="0"/>
              </a:spcBef>
              <a:spcAft>
                <a:spcPts val="0"/>
              </a:spcAft>
              <a:buNone/>
            </a:pPr>
            <a:r>
              <a:rPr b="0" lang="en-US" sz="4400" u="sng" cap="none" strike="noStrike">
                <a:solidFill>
                  <a:srgbClr val="FFFFFF"/>
                </a:solidFill>
                <a:latin typeface="Cambria"/>
                <a:ea typeface="Cambria"/>
                <a:cs typeface="Cambria"/>
                <a:sym typeface="Cambria"/>
              </a:rPr>
              <a:t>BUFFER OVERFLOW BASICS</a:t>
            </a:r>
            <a:endParaRPr b="0" sz="1800" strike="noStrike">
              <a:solidFill>
                <a:srgbClr val="000000"/>
              </a:solidFill>
              <a:latin typeface="Arial"/>
              <a:ea typeface="Arial"/>
              <a:cs typeface="Arial"/>
              <a:sym typeface="Arial"/>
            </a:endParaRPr>
          </a:p>
        </p:txBody>
      </p:sp>
      <p:sp>
        <p:nvSpPr>
          <p:cNvPr id="229" name="Google Shape;229;p56"/>
          <p:cNvSpPr/>
          <p:nvPr/>
        </p:nvSpPr>
        <p:spPr>
          <a:xfrm>
            <a:off x="609480" y="1600200"/>
            <a:ext cx="7923240" cy="4113360"/>
          </a:xfrm>
          <a:prstGeom prst="rect">
            <a:avLst/>
          </a:prstGeom>
          <a:noFill/>
          <a:ln>
            <a:noFill/>
          </a:ln>
        </p:spPr>
        <p:txBody>
          <a:bodyPr anchorCtr="0" anchor="t" bIns="45000" lIns="90000" spcFirstLastPara="1" rIns="90000" wrap="square" tIns="45000">
            <a:noAutofit/>
          </a:bodyPr>
          <a:lstStyle/>
          <a:p>
            <a:pPr indent="-343080" lvl="0" marL="343080" marR="0" rtl="0" algn="l">
              <a:lnSpc>
                <a:spcPct val="90000"/>
              </a:lnSpc>
              <a:spcBef>
                <a:spcPts val="0"/>
              </a:spcBef>
              <a:spcAft>
                <a:spcPts val="0"/>
              </a:spcAft>
              <a:buClr>
                <a:srgbClr val="DC9E1F"/>
              </a:buClr>
              <a:buSzPts val="2400"/>
              <a:buFont typeface="Noto Sans Symbols"/>
              <a:buChar char="➢"/>
            </a:pPr>
            <a:r>
              <a:rPr b="0" lang="en-US" sz="2400" strike="noStrike">
                <a:solidFill>
                  <a:srgbClr val="FFFFFF"/>
                </a:solidFill>
                <a:latin typeface="Calibri"/>
                <a:ea typeface="Calibri"/>
                <a:cs typeface="Calibri"/>
                <a:sym typeface="Calibri"/>
              </a:rPr>
              <a:t>Caused due to  careless programming.</a:t>
            </a:r>
            <a:endParaRPr b="0" sz="1800" strike="noStrike">
              <a:solidFill>
                <a:srgbClr val="000000"/>
              </a:solidFill>
              <a:latin typeface="Arial"/>
              <a:ea typeface="Arial"/>
              <a:cs typeface="Arial"/>
              <a:sym typeface="Arial"/>
            </a:endParaRPr>
          </a:p>
          <a:p>
            <a:pPr indent="-343080" lvl="0" marL="343080" marR="0" rtl="0" algn="l">
              <a:lnSpc>
                <a:spcPct val="90000"/>
              </a:lnSpc>
              <a:spcBef>
                <a:spcPts val="0"/>
              </a:spcBef>
              <a:spcAft>
                <a:spcPts val="0"/>
              </a:spcAft>
              <a:buClr>
                <a:srgbClr val="DC9E1F"/>
              </a:buClr>
              <a:buSzPts val="2400"/>
              <a:buFont typeface="Noto Sans Symbols"/>
              <a:buChar char="➢"/>
            </a:pPr>
            <a:r>
              <a:rPr b="0" lang="en-US" sz="2400" strike="noStrike">
                <a:solidFill>
                  <a:srgbClr val="FFFFFF"/>
                </a:solidFill>
                <a:latin typeface="Calibri"/>
                <a:ea typeface="Calibri"/>
                <a:cs typeface="Calibri"/>
                <a:sym typeface="Calibri"/>
              </a:rPr>
              <a:t>Allows more data to be stored than capacity available in a fixed sized buffer.</a:t>
            </a:r>
            <a:endParaRPr b="0" sz="1800" strike="noStrike">
              <a:solidFill>
                <a:srgbClr val="000000"/>
              </a:solidFill>
              <a:latin typeface="Arial"/>
              <a:ea typeface="Arial"/>
              <a:cs typeface="Arial"/>
              <a:sym typeface="Arial"/>
            </a:endParaRPr>
          </a:p>
          <a:p>
            <a:pPr indent="-285840" lvl="1" marL="743040" marR="0" rtl="0" algn="l">
              <a:lnSpc>
                <a:spcPct val="90000"/>
              </a:lnSpc>
              <a:spcBef>
                <a:spcPts val="0"/>
              </a:spcBef>
              <a:spcAft>
                <a:spcPts val="0"/>
              </a:spcAft>
              <a:buClr>
                <a:srgbClr val="DC9E1F"/>
              </a:buClr>
              <a:buSzPts val="2400"/>
              <a:buFont typeface="Noto Sans Symbols"/>
              <a:buChar char="❖"/>
            </a:pPr>
            <a:r>
              <a:rPr b="0" i="0" lang="en-US" sz="2400" u="none" cap="none" strike="noStrike">
                <a:solidFill>
                  <a:srgbClr val="FFFFFF"/>
                </a:solidFill>
                <a:latin typeface="Calibri"/>
                <a:ea typeface="Calibri"/>
                <a:cs typeface="Calibri"/>
                <a:sym typeface="Calibri"/>
              </a:rPr>
              <a:t>Buffer can be on  STACK,HEAP,GLOBAL DATA</a:t>
            </a:r>
            <a:endParaRPr b="0" i="0" sz="1800" u="none" cap="none" strike="noStrike">
              <a:solidFill>
                <a:srgbClr val="000000"/>
              </a:solidFill>
              <a:latin typeface="Arial"/>
              <a:ea typeface="Arial"/>
              <a:cs typeface="Arial"/>
              <a:sym typeface="Arial"/>
            </a:endParaRPr>
          </a:p>
          <a:p>
            <a:pPr indent="-343080" lvl="0" marL="343080" marR="0" rtl="0" algn="l">
              <a:lnSpc>
                <a:spcPct val="90000"/>
              </a:lnSpc>
              <a:spcBef>
                <a:spcPts val="0"/>
              </a:spcBef>
              <a:spcAft>
                <a:spcPts val="0"/>
              </a:spcAft>
              <a:buClr>
                <a:srgbClr val="DC9E1F"/>
              </a:buClr>
              <a:buSzPts val="2400"/>
              <a:buFont typeface="Noto Sans Symbols"/>
              <a:buChar char="➢"/>
            </a:pPr>
            <a:r>
              <a:rPr b="0" lang="en-US" sz="2400" strike="noStrike">
                <a:solidFill>
                  <a:srgbClr val="FFFFFF"/>
                </a:solidFill>
                <a:latin typeface="Calibri"/>
                <a:ea typeface="Calibri"/>
                <a:cs typeface="Calibri"/>
                <a:sym typeface="Calibri"/>
              </a:rPr>
              <a:t>Overwriting adjacent memory locations</a:t>
            </a:r>
            <a:endParaRPr b="0" sz="1800" strike="noStrike">
              <a:solidFill>
                <a:srgbClr val="000000"/>
              </a:solidFill>
              <a:latin typeface="Arial"/>
              <a:ea typeface="Arial"/>
              <a:cs typeface="Arial"/>
              <a:sym typeface="Arial"/>
            </a:endParaRPr>
          </a:p>
          <a:p>
            <a:pPr indent="-285840" lvl="1" marL="743040" marR="0" rtl="0" algn="l">
              <a:lnSpc>
                <a:spcPct val="90000"/>
              </a:lnSpc>
              <a:spcBef>
                <a:spcPts val="0"/>
              </a:spcBef>
              <a:spcAft>
                <a:spcPts val="0"/>
              </a:spcAft>
              <a:buClr>
                <a:srgbClr val="DC9E1F"/>
              </a:buClr>
              <a:buSzPts val="2400"/>
              <a:buFont typeface="Noto Sans Symbols"/>
              <a:buChar char="❖"/>
            </a:pPr>
            <a:r>
              <a:rPr b="0" i="0" lang="en-US" sz="2400" u="none" cap="none" strike="noStrike">
                <a:solidFill>
                  <a:srgbClr val="FFFFFF"/>
                </a:solidFill>
                <a:latin typeface="Calibri"/>
                <a:ea typeface="Calibri"/>
                <a:cs typeface="Calibri"/>
                <a:sym typeface="Calibri"/>
              </a:rPr>
              <a:t>corruption of program data</a:t>
            </a:r>
            <a:endParaRPr b="0" i="0" sz="1800" u="none" cap="none" strike="noStrike">
              <a:solidFill>
                <a:srgbClr val="000000"/>
              </a:solidFill>
              <a:latin typeface="Arial"/>
              <a:ea typeface="Arial"/>
              <a:cs typeface="Arial"/>
              <a:sym typeface="Arial"/>
            </a:endParaRPr>
          </a:p>
          <a:p>
            <a:pPr indent="-285840" lvl="1" marL="743040" marR="0" rtl="0" algn="l">
              <a:lnSpc>
                <a:spcPct val="90000"/>
              </a:lnSpc>
              <a:spcBef>
                <a:spcPts val="0"/>
              </a:spcBef>
              <a:spcAft>
                <a:spcPts val="0"/>
              </a:spcAft>
              <a:buClr>
                <a:srgbClr val="DC9E1F"/>
              </a:buClr>
              <a:buSzPts val="2400"/>
              <a:buFont typeface="Noto Sans Symbols"/>
              <a:buChar char="❖"/>
            </a:pPr>
            <a:r>
              <a:rPr b="0" i="0" lang="en-US" sz="2400" u="none" cap="none" strike="noStrike">
                <a:solidFill>
                  <a:srgbClr val="FFFFFF"/>
                </a:solidFill>
                <a:latin typeface="Calibri"/>
                <a:ea typeface="Calibri"/>
                <a:cs typeface="Calibri"/>
                <a:sym typeface="Calibri"/>
              </a:rPr>
              <a:t>unexpected transfer of control</a:t>
            </a:r>
            <a:endParaRPr b="0" i="0" sz="1800" u="none" cap="none" strike="noStrike">
              <a:solidFill>
                <a:srgbClr val="000000"/>
              </a:solidFill>
              <a:latin typeface="Arial"/>
              <a:ea typeface="Arial"/>
              <a:cs typeface="Arial"/>
              <a:sym typeface="Arial"/>
            </a:endParaRPr>
          </a:p>
          <a:p>
            <a:pPr indent="-285840" lvl="1" marL="743040" marR="0" rtl="0" algn="l">
              <a:lnSpc>
                <a:spcPct val="90000"/>
              </a:lnSpc>
              <a:spcBef>
                <a:spcPts val="0"/>
              </a:spcBef>
              <a:spcAft>
                <a:spcPts val="0"/>
              </a:spcAft>
              <a:buClr>
                <a:srgbClr val="DC9E1F"/>
              </a:buClr>
              <a:buSzPts val="2400"/>
              <a:buFont typeface="Noto Sans Symbols"/>
              <a:buChar char="❖"/>
            </a:pPr>
            <a:r>
              <a:rPr b="0" i="0" lang="en-US" sz="2400" u="none" cap="none" strike="noStrike">
                <a:solidFill>
                  <a:srgbClr val="FFFFFF"/>
                </a:solidFill>
                <a:latin typeface="Calibri"/>
                <a:ea typeface="Calibri"/>
                <a:cs typeface="Calibri"/>
                <a:sym typeface="Calibri"/>
              </a:rPr>
              <a:t>memory access violation</a:t>
            </a:r>
            <a:endParaRPr b="0" i="0" sz="1800" u="none" cap="none" strike="noStrike">
              <a:solidFill>
                <a:srgbClr val="000000"/>
              </a:solidFill>
              <a:latin typeface="Arial"/>
              <a:ea typeface="Arial"/>
              <a:cs typeface="Arial"/>
              <a:sym typeface="Arial"/>
            </a:endParaRPr>
          </a:p>
          <a:p>
            <a:pPr indent="-285840" lvl="1" marL="743040" marR="0" rtl="0" algn="l">
              <a:lnSpc>
                <a:spcPct val="90000"/>
              </a:lnSpc>
              <a:spcBef>
                <a:spcPts val="0"/>
              </a:spcBef>
              <a:spcAft>
                <a:spcPts val="0"/>
              </a:spcAft>
              <a:buClr>
                <a:srgbClr val="DC9E1F"/>
              </a:buClr>
              <a:buSzPts val="2400"/>
              <a:buFont typeface="Noto Sans Symbols"/>
              <a:buChar char="❖"/>
            </a:pPr>
            <a:r>
              <a:rPr b="0" i="0" lang="en-US" sz="2400" u="none" cap="none" strike="noStrike">
                <a:solidFill>
                  <a:srgbClr val="FFFFFF"/>
                </a:solidFill>
                <a:latin typeface="Calibri"/>
                <a:ea typeface="Calibri"/>
                <a:cs typeface="Calibri"/>
                <a:sym typeface="Calibri"/>
              </a:rPr>
              <a:t>execution of code chosen by attacker</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sz="1800"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gradFill>
          <a:gsLst>
            <a:gs pos="0">
              <a:srgbClr val="262626"/>
            </a:gs>
            <a:gs pos="100000">
              <a:schemeClr val="dk1"/>
            </a:gs>
          </a:gsLst>
          <a:lin ang="5400000" scaled="0"/>
        </a:gradFill>
      </p:bgPr>
    </p:bg>
    <p:spTree>
      <p:nvGrpSpPr>
        <p:cNvPr id="233" name="Shape 233"/>
        <p:cNvGrpSpPr/>
        <p:nvPr/>
      </p:nvGrpSpPr>
      <p:grpSpPr>
        <a:xfrm>
          <a:off x="0" y="0"/>
          <a:ext cx="0" cy="0"/>
          <a:chOff x="0" y="0"/>
          <a:chExt cx="0" cy="0"/>
        </a:xfrm>
      </p:grpSpPr>
      <p:sp>
        <p:nvSpPr>
          <p:cNvPr id="234" name="Google Shape;234;p57"/>
          <p:cNvSpPr/>
          <p:nvPr/>
        </p:nvSpPr>
        <p:spPr>
          <a:xfrm>
            <a:off x="609480" y="274680"/>
            <a:ext cx="7923240" cy="1141560"/>
          </a:xfrm>
          <a:prstGeom prst="rect">
            <a:avLst/>
          </a:prstGeom>
          <a:noFill/>
          <a:ln>
            <a:noFill/>
          </a:ln>
        </p:spPr>
        <p:txBody>
          <a:bodyPr anchorCtr="0" anchor="b" bIns="45000" lIns="90000" spcFirstLastPara="1" rIns="90000" wrap="square" tIns="45000">
            <a:noAutofit/>
          </a:bodyPr>
          <a:lstStyle/>
          <a:p>
            <a:pPr indent="0" lvl="0" marL="0" marR="0" rtl="0" algn="ctr">
              <a:lnSpc>
                <a:spcPct val="100000"/>
              </a:lnSpc>
              <a:spcBef>
                <a:spcPts val="0"/>
              </a:spcBef>
              <a:spcAft>
                <a:spcPts val="0"/>
              </a:spcAft>
              <a:buNone/>
            </a:pPr>
            <a:r>
              <a:rPr b="0" lang="en-US" sz="6000" u="sng" cap="none" strike="noStrike">
                <a:solidFill>
                  <a:srgbClr val="FFFFFF"/>
                </a:solidFill>
                <a:latin typeface="Cambria"/>
                <a:ea typeface="Cambria"/>
                <a:cs typeface="Cambria"/>
                <a:sym typeface="Cambria"/>
              </a:rPr>
              <a:t>HOW IT WORKS</a:t>
            </a:r>
            <a:endParaRPr b="0" sz="1800" strike="noStrike">
              <a:solidFill>
                <a:srgbClr val="000000"/>
              </a:solidFill>
              <a:latin typeface="Arial"/>
              <a:ea typeface="Arial"/>
              <a:cs typeface="Arial"/>
              <a:sym typeface="Arial"/>
            </a:endParaRPr>
          </a:p>
        </p:txBody>
      </p:sp>
      <p:sp>
        <p:nvSpPr>
          <p:cNvPr id="235" name="Google Shape;235;p57"/>
          <p:cNvSpPr/>
          <p:nvPr/>
        </p:nvSpPr>
        <p:spPr>
          <a:xfrm>
            <a:off x="609480" y="1600200"/>
            <a:ext cx="7923240" cy="4113360"/>
          </a:xfrm>
          <a:prstGeom prst="rect">
            <a:avLst/>
          </a:prstGeom>
          <a:noFill/>
          <a:ln>
            <a:noFill/>
          </a:ln>
        </p:spPr>
        <p:txBody>
          <a:bodyPr anchorCtr="0" anchor="t" bIns="45000" lIns="90000" spcFirstLastPara="1" rIns="90000" wrap="square" tIns="45000">
            <a:noAutofit/>
          </a:bodyPr>
          <a:lstStyle/>
          <a:p>
            <a:pPr indent="-343080" lvl="0" marL="343080" marR="0" rtl="0" algn="l">
              <a:lnSpc>
                <a:spcPct val="100000"/>
              </a:lnSpc>
              <a:spcBef>
                <a:spcPts val="0"/>
              </a:spcBef>
              <a:spcAft>
                <a:spcPts val="0"/>
              </a:spcAft>
              <a:buClr>
                <a:srgbClr val="DC9E1F"/>
              </a:buClr>
              <a:buSzPts val="2400"/>
              <a:buFont typeface="Arial"/>
              <a:buChar char="•"/>
            </a:pPr>
            <a:r>
              <a:rPr b="0" lang="en-US" sz="2400" strike="noStrike">
                <a:solidFill>
                  <a:srgbClr val="FFFFFF"/>
                </a:solidFill>
                <a:latin typeface="Calibri"/>
                <a:ea typeface="Calibri"/>
                <a:cs typeface="Calibri"/>
                <a:sym typeface="Calibri"/>
              </a:rPr>
              <a:t>Application reserves adjacent memory locations (buffer) to store arguments to a function, or variable values.</a:t>
            </a:r>
            <a:endParaRPr b="0" sz="1800" strike="noStrike">
              <a:solidFill>
                <a:srgbClr val="000000"/>
              </a:solidFill>
              <a:latin typeface="Arial"/>
              <a:ea typeface="Arial"/>
              <a:cs typeface="Arial"/>
              <a:sym typeface="Arial"/>
            </a:endParaRPr>
          </a:p>
          <a:p>
            <a:pPr indent="-343080" lvl="0" marL="343080" marR="0" rtl="0" algn="l">
              <a:lnSpc>
                <a:spcPct val="100000"/>
              </a:lnSpc>
              <a:spcBef>
                <a:spcPts val="0"/>
              </a:spcBef>
              <a:spcAft>
                <a:spcPts val="0"/>
              </a:spcAft>
              <a:buClr>
                <a:srgbClr val="DC9E1F"/>
              </a:buClr>
              <a:buSzPts val="2400"/>
              <a:buFont typeface="Arial"/>
              <a:buChar char="•"/>
            </a:pPr>
            <a:r>
              <a:rPr b="0" lang="en-US" sz="2400" strike="noStrike">
                <a:solidFill>
                  <a:srgbClr val="FFFFFF"/>
                </a:solidFill>
                <a:latin typeface="Calibri"/>
                <a:ea typeface="Calibri"/>
                <a:cs typeface="Calibri"/>
                <a:sym typeface="Calibri"/>
              </a:rPr>
              <a:t>Attacker gives an argument too long to fit in the buffer.  </a:t>
            </a:r>
            <a:endParaRPr b="0" sz="1800" strike="noStrike">
              <a:solidFill>
                <a:srgbClr val="000000"/>
              </a:solidFill>
              <a:latin typeface="Arial"/>
              <a:ea typeface="Arial"/>
              <a:cs typeface="Arial"/>
              <a:sym typeface="Arial"/>
            </a:endParaRPr>
          </a:p>
          <a:p>
            <a:pPr indent="-343080" lvl="0" marL="343080" marR="0" rtl="0" algn="l">
              <a:lnSpc>
                <a:spcPct val="100000"/>
              </a:lnSpc>
              <a:spcBef>
                <a:spcPts val="0"/>
              </a:spcBef>
              <a:spcAft>
                <a:spcPts val="0"/>
              </a:spcAft>
              <a:buClr>
                <a:srgbClr val="DC9E1F"/>
              </a:buClr>
              <a:buSzPts val="2400"/>
              <a:buFont typeface="Arial"/>
              <a:buChar char="•"/>
            </a:pPr>
            <a:r>
              <a:rPr b="0" lang="en-US" sz="2400" strike="noStrike">
                <a:solidFill>
                  <a:srgbClr val="FFFFFF"/>
                </a:solidFill>
                <a:latin typeface="Calibri"/>
                <a:ea typeface="Calibri"/>
                <a:cs typeface="Calibri"/>
                <a:sym typeface="Calibri"/>
              </a:rPr>
              <a:t>The application copies the whole argument, overflowing the buffer and overwriting memory space.</a:t>
            </a:r>
            <a:endParaRPr b="0" sz="1800" strike="noStrike">
              <a:solidFill>
                <a:srgbClr val="000000"/>
              </a:solidFill>
              <a:latin typeface="Arial"/>
              <a:ea typeface="Arial"/>
              <a:cs typeface="Arial"/>
              <a:sym typeface="Arial"/>
            </a:endParaRPr>
          </a:p>
          <a:p>
            <a:pPr indent="-343080" lvl="0" marL="343080" marR="0" rtl="0" algn="l">
              <a:lnSpc>
                <a:spcPct val="100000"/>
              </a:lnSpc>
              <a:spcBef>
                <a:spcPts val="0"/>
              </a:spcBef>
              <a:spcAft>
                <a:spcPts val="0"/>
              </a:spcAft>
              <a:buClr>
                <a:srgbClr val="DC9E1F"/>
              </a:buClr>
              <a:buSzPts val="3200"/>
              <a:buFont typeface="Arial"/>
              <a:buChar char="•"/>
            </a:pPr>
            <a:r>
              <a:rPr b="0" lang="en-US" sz="2400" strike="noStrike">
                <a:solidFill>
                  <a:srgbClr val="FFFFFF"/>
                </a:solidFill>
                <a:latin typeface="Calibri"/>
                <a:ea typeface="Calibri"/>
                <a:cs typeface="Calibri"/>
                <a:sym typeface="Calibri"/>
              </a:rPr>
              <a:t>If the conditions are “just right” this will enable to attacker to </a:t>
            </a:r>
            <a:r>
              <a:rPr b="1" lang="en-US" sz="3200" strike="noStrike">
                <a:solidFill>
                  <a:srgbClr val="FFFFFF"/>
                </a:solidFill>
                <a:latin typeface="Teko"/>
                <a:ea typeface="Teko"/>
                <a:cs typeface="Teko"/>
                <a:sym typeface="Teko"/>
              </a:rPr>
              <a:t>gain control over the program flow</a:t>
            </a:r>
            <a:r>
              <a:rPr b="0" lang="en-US" sz="3200" strike="noStrike">
                <a:solidFill>
                  <a:srgbClr val="FFFFFF"/>
                </a:solidFill>
                <a:latin typeface="Teko"/>
                <a:ea typeface="Teko"/>
                <a:cs typeface="Teko"/>
                <a:sym typeface="Teko"/>
              </a:rPr>
              <a:t> and </a:t>
            </a:r>
            <a:r>
              <a:rPr b="1" lang="en-US" sz="3200" strike="noStrike">
                <a:solidFill>
                  <a:srgbClr val="FFFFFF"/>
                </a:solidFill>
                <a:latin typeface="Teko"/>
                <a:ea typeface="Teko"/>
                <a:cs typeface="Teko"/>
                <a:sym typeface="Teko"/>
              </a:rPr>
              <a:t>execute arbitrary code</a:t>
            </a:r>
            <a:r>
              <a:rPr b="0" lang="en-US" sz="3200" strike="noStrike">
                <a:solidFill>
                  <a:srgbClr val="FFFFFF"/>
                </a:solidFill>
                <a:latin typeface="Calibri"/>
                <a:ea typeface="Calibri"/>
                <a:cs typeface="Calibri"/>
                <a:sym typeface="Calibri"/>
              </a:rPr>
              <a:t>,</a:t>
            </a:r>
            <a:r>
              <a:rPr b="0" lang="en-US" sz="2400" strike="noStrike">
                <a:solidFill>
                  <a:srgbClr val="FFFFFF"/>
                </a:solidFill>
                <a:latin typeface="Calibri"/>
                <a:ea typeface="Calibri"/>
                <a:cs typeface="Calibri"/>
                <a:sym typeface="Calibri"/>
              </a:rPr>
              <a:t> with the same privileges of the original application</a:t>
            </a:r>
            <a:r>
              <a:rPr b="0" lang="en-US" sz="1700" strike="noStrike">
                <a:solidFill>
                  <a:srgbClr val="FFFFFF"/>
                </a:solidFill>
                <a:latin typeface="Calibri"/>
                <a:ea typeface="Calibri"/>
                <a:cs typeface="Calibri"/>
                <a:sym typeface="Calibri"/>
              </a:rPr>
              <a:t>.</a:t>
            </a:r>
            <a:endParaRPr b="0" sz="1800"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gradFill>
          <a:gsLst>
            <a:gs pos="0">
              <a:srgbClr val="262626"/>
            </a:gs>
            <a:gs pos="100000">
              <a:schemeClr val="dk1"/>
            </a:gs>
          </a:gsLst>
          <a:lin ang="5400000" scaled="0"/>
        </a:gradFill>
      </p:bgPr>
    </p:bg>
    <p:spTree>
      <p:nvGrpSpPr>
        <p:cNvPr id="239" name="Shape 239"/>
        <p:cNvGrpSpPr/>
        <p:nvPr/>
      </p:nvGrpSpPr>
      <p:grpSpPr>
        <a:xfrm>
          <a:off x="0" y="0"/>
          <a:ext cx="0" cy="0"/>
          <a:chOff x="0" y="0"/>
          <a:chExt cx="0" cy="0"/>
        </a:xfrm>
      </p:grpSpPr>
      <p:sp>
        <p:nvSpPr>
          <p:cNvPr id="240" name="Google Shape;240;p58"/>
          <p:cNvSpPr/>
          <p:nvPr/>
        </p:nvSpPr>
        <p:spPr>
          <a:xfrm>
            <a:off x="457200" y="272880"/>
            <a:ext cx="8433720" cy="922320"/>
          </a:xfrm>
          <a:prstGeom prst="rect">
            <a:avLst/>
          </a:prstGeom>
          <a:noFill/>
          <a:ln>
            <a:noFill/>
          </a:ln>
        </p:spPr>
        <p:txBody>
          <a:bodyPr anchorCtr="0" anchor="b" bIns="45000" lIns="90000" spcFirstLastPara="1" rIns="90000" wrap="square" tIns="45000">
            <a:noAutofit/>
          </a:bodyPr>
          <a:lstStyle/>
          <a:p>
            <a:pPr indent="0" lvl="0" marL="0" marR="0" rtl="0" algn="ctr">
              <a:lnSpc>
                <a:spcPct val="100000"/>
              </a:lnSpc>
              <a:spcBef>
                <a:spcPts val="0"/>
              </a:spcBef>
              <a:spcAft>
                <a:spcPts val="0"/>
              </a:spcAft>
              <a:buNone/>
            </a:pPr>
            <a:r>
              <a:rPr b="0" lang="en-US" sz="4000" u="sng" strike="noStrike">
                <a:solidFill>
                  <a:srgbClr val="DC9E1F"/>
                </a:solidFill>
                <a:latin typeface="Comic Sans MS"/>
                <a:ea typeface="Comic Sans MS"/>
                <a:cs typeface="Comic Sans MS"/>
                <a:sym typeface="Comic Sans MS"/>
              </a:rPr>
              <a:t>Stack Buffer Overflow Basics</a:t>
            </a:r>
            <a:endParaRPr b="0" sz="1800" strike="noStrike">
              <a:solidFill>
                <a:srgbClr val="000000"/>
              </a:solidFill>
              <a:latin typeface="Arial"/>
              <a:ea typeface="Arial"/>
              <a:cs typeface="Arial"/>
              <a:sym typeface="Arial"/>
            </a:endParaRPr>
          </a:p>
        </p:txBody>
      </p:sp>
      <p:sp>
        <p:nvSpPr>
          <p:cNvPr id="241" name="Google Shape;241;p58"/>
          <p:cNvSpPr/>
          <p:nvPr/>
        </p:nvSpPr>
        <p:spPr>
          <a:xfrm>
            <a:off x="534240" y="1522080"/>
            <a:ext cx="3321360" cy="4600800"/>
          </a:xfrm>
          <a:prstGeom prst="rect">
            <a:avLst/>
          </a:prstGeom>
          <a:noFill/>
          <a:ln>
            <a:noFill/>
          </a:ln>
        </p:spPr>
        <p:txBody>
          <a:bodyPr anchorCtr="0" anchor="t" bIns="45000" lIns="90000" spcFirstLastPara="1" rIns="90000" wrap="square" tIns="9000">
            <a:noAutofit/>
          </a:bodyPr>
          <a:lstStyle/>
          <a:p>
            <a:pPr indent="0" lvl="0" marL="0" marR="0" rtl="0" algn="l">
              <a:lnSpc>
                <a:spcPct val="100000"/>
              </a:lnSpc>
              <a:spcBef>
                <a:spcPts val="0"/>
              </a:spcBef>
              <a:spcAft>
                <a:spcPts val="0"/>
              </a:spcAft>
              <a:buNone/>
            </a:pPr>
            <a:r>
              <a:rPr b="0" lang="en-US" sz="1400" strike="noStrike">
                <a:solidFill>
                  <a:srgbClr val="FFFFFF"/>
                </a:solidFill>
                <a:latin typeface="Calibri"/>
                <a:ea typeface="Calibri"/>
                <a:cs typeface="Calibri"/>
                <a:sym typeface="Calibri"/>
              </a:rPr>
              <a:t>  </a:t>
            </a:r>
            <a:endParaRPr b="0" sz="1800" strike="noStrike">
              <a:solidFill>
                <a:srgbClr val="000000"/>
              </a:solidFill>
              <a:latin typeface="Arial"/>
              <a:ea typeface="Arial"/>
              <a:cs typeface="Arial"/>
              <a:sym typeface="Arial"/>
            </a:endParaRPr>
          </a:p>
        </p:txBody>
      </p:sp>
      <p:sp>
        <p:nvSpPr>
          <p:cNvPr id="242" name="Google Shape;242;p58"/>
          <p:cNvSpPr/>
          <p:nvPr/>
        </p:nvSpPr>
        <p:spPr>
          <a:xfrm>
            <a:off x="3636000" y="1196640"/>
            <a:ext cx="4858920" cy="477144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t/>
            </a:r>
            <a:endParaRPr b="0" sz="1800"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sz="1800"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sz="1800"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lang="en-US" sz="1700" strike="noStrike">
                <a:solidFill>
                  <a:srgbClr val="FFFFFF"/>
                </a:solidFill>
                <a:latin typeface="Calibri"/>
                <a:ea typeface="Calibri"/>
                <a:cs typeface="Calibri"/>
                <a:sym typeface="Calibri"/>
              </a:rPr>
              <a:t>                    </a:t>
            </a:r>
            <a:endParaRPr b="0" sz="1800"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sz="1800" strike="noStrike">
              <a:solidFill>
                <a:srgbClr val="000000"/>
              </a:solidFill>
              <a:latin typeface="Arial"/>
              <a:ea typeface="Arial"/>
              <a:cs typeface="Arial"/>
              <a:sym typeface="Arial"/>
            </a:endParaRPr>
          </a:p>
        </p:txBody>
      </p:sp>
      <p:pic>
        <p:nvPicPr>
          <p:cNvPr id="243" name="Google Shape;243;p58"/>
          <p:cNvPicPr preferRelativeResize="0"/>
          <p:nvPr/>
        </p:nvPicPr>
        <p:blipFill rotWithShape="1">
          <a:blip r:embed="rId3">
            <a:alphaModFix/>
          </a:blip>
          <a:srcRect b="0" l="0" r="0" t="0"/>
          <a:stretch/>
        </p:blipFill>
        <p:spPr>
          <a:xfrm>
            <a:off x="955080" y="2133000"/>
            <a:ext cx="2170440" cy="2894040"/>
          </a:xfrm>
          <a:prstGeom prst="rect">
            <a:avLst/>
          </a:prstGeom>
          <a:noFill/>
          <a:ln>
            <a:noFill/>
          </a:ln>
        </p:spPr>
      </p:pic>
      <p:sp>
        <p:nvSpPr>
          <p:cNvPr id="244" name="Google Shape;244;p58"/>
          <p:cNvSpPr/>
          <p:nvPr/>
        </p:nvSpPr>
        <p:spPr>
          <a:xfrm>
            <a:off x="2188080" y="1340640"/>
            <a:ext cx="1304280" cy="91224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0" lang="en-US" sz="1800" strike="noStrike">
                <a:solidFill>
                  <a:srgbClr val="FFFFFF"/>
                </a:solidFill>
                <a:latin typeface="Calibri"/>
                <a:ea typeface="Calibri"/>
                <a:cs typeface="Calibri"/>
                <a:sym typeface="Calibri"/>
              </a:rPr>
              <a:t>Lower Memory Addresses</a:t>
            </a:r>
            <a:endParaRPr b="0" sz="1800" strike="noStrike">
              <a:solidFill>
                <a:srgbClr val="000000"/>
              </a:solidFill>
              <a:latin typeface="Arial"/>
              <a:ea typeface="Arial"/>
              <a:cs typeface="Arial"/>
              <a:sym typeface="Arial"/>
            </a:endParaRPr>
          </a:p>
        </p:txBody>
      </p:sp>
      <p:sp>
        <p:nvSpPr>
          <p:cNvPr id="245" name="Google Shape;245;p58"/>
          <p:cNvSpPr/>
          <p:nvPr/>
        </p:nvSpPr>
        <p:spPr>
          <a:xfrm>
            <a:off x="2178000" y="5031360"/>
            <a:ext cx="1300320" cy="91224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0" lang="en-US" sz="1800" strike="noStrike">
                <a:solidFill>
                  <a:srgbClr val="FFFFFF"/>
                </a:solidFill>
                <a:latin typeface="Calibri"/>
                <a:ea typeface="Calibri"/>
                <a:cs typeface="Calibri"/>
                <a:sym typeface="Calibri"/>
              </a:rPr>
              <a:t>High Memory Addresses</a:t>
            </a:r>
            <a:endParaRPr b="0" sz="1800" strike="noStrike">
              <a:solidFill>
                <a:srgbClr val="000000"/>
              </a:solidFill>
              <a:latin typeface="Arial"/>
              <a:ea typeface="Arial"/>
              <a:cs typeface="Arial"/>
              <a:sym typeface="Arial"/>
            </a:endParaRPr>
          </a:p>
        </p:txBody>
      </p:sp>
      <p:sp>
        <p:nvSpPr>
          <p:cNvPr id="246" name="Google Shape;246;p58"/>
          <p:cNvSpPr/>
          <p:nvPr/>
        </p:nvSpPr>
        <p:spPr>
          <a:xfrm>
            <a:off x="3962520" y="1447920"/>
            <a:ext cx="4646880" cy="4265640"/>
          </a:xfrm>
          <a:prstGeom prst="rect">
            <a:avLst/>
          </a:prstGeom>
          <a:noFill/>
          <a:ln>
            <a:noFill/>
          </a:ln>
        </p:spPr>
        <p:txBody>
          <a:bodyPr anchorCtr="0" anchor="t" bIns="45000" lIns="90000" spcFirstLastPara="1" rIns="90000" wrap="square" tIns="45000">
            <a:noAutofit/>
          </a:bodyPr>
          <a:lstStyle/>
          <a:p>
            <a:pPr indent="-343080" lvl="0" marL="343080" marR="0" rtl="0" algn="l">
              <a:lnSpc>
                <a:spcPct val="90000"/>
              </a:lnSpc>
              <a:spcBef>
                <a:spcPts val="0"/>
              </a:spcBef>
              <a:spcAft>
                <a:spcPts val="0"/>
              </a:spcAft>
              <a:buClr>
                <a:srgbClr val="DC9E1F"/>
              </a:buClr>
              <a:buSzPts val="1800"/>
              <a:buFont typeface="Noto Sans Symbols"/>
              <a:buChar char="➢"/>
            </a:pPr>
            <a:r>
              <a:rPr b="0" lang="en-US" sz="1800" strike="noStrike">
                <a:solidFill>
                  <a:srgbClr val="FFFFFF"/>
                </a:solidFill>
                <a:latin typeface="Comic Sans MS"/>
                <a:ea typeface="Comic Sans MS"/>
                <a:cs typeface="Comic Sans MS"/>
                <a:sym typeface="Comic Sans MS"/>
              </a:rPr>
              <a:t>A process in memory:</a:t>
            </a:r>
            <a:endParaRPr b="0" sz="1800" strike="noStrike">
              <a:solidFill>
                <a:srgbClr val="000000"/>
              </a:solidFill>
              <a:latin typeface="Arial"/>
              <a:ea typeface="Arial"/>
              <a:cs typeface="Arial"/>
              <a:sym typeface="Arial"/>
            </a:endParaRPr>
          </a:p>
          <a:p>
            <a:pPr indent="-343080" lvl="0" marL="343080" marR="0" rtl="0" algn="l">
              <a:lnSpc>
                <a:spcPct val="90000"/>
              </a:lnSpc>
              <a:spcBef>
                <a:spcPts val="0"/>
              </a:spcBef>
              <a:spcAft>
                <a:spcPts val="0"/>
              </a:spcAft>
              <a:buNone/>
            </a:pPr>
            <a:r>
              <a:rPr b="0" lang="en-US" sz="1800" strike="noStrike">
                <a:solidFill>
                  <a:srgbClr val="FFFFFF"/>
                </a:solidFill>
                <a:latin typeface="Calibri"/>
                <a:ea typeface="Calibri"/>
                <a:cs typeface="Calibri"/>
                <a:sym typeface="Calibri"/>
              </a:rPr>
              <a:t>        </a:t>
            </a:r>
            <a:r>
              <a:rPr b="0" lang="en-US" sz="1800" strike="noStrike">
                <a:solidFill>
                  <a:srgbClr val="FFFFFF"/>
                </a:solidFill>
                <a:latin typeface="Comic Sans MS"/>
                <a:ea typeface="Comic Sans MS"/>
                <a:cs typeface="Comic Sans MS"/>
                <a:sym typeface="Comic Sans MS"/>
              </a:rPr>
              <a:t>- text (Program code; </a:t>
            </a:r>
            <a:endParaRPr b="0" sz="1800" strike="noStrike">
              <a:solidFill>
                <a:srgbClr val="000000"/>
              </a:solidFill>
              <a:latin typeface="Arial"/>
              <a:ea typeface="Arial"/>
              <a:cs typeface="Arial"/>
              <a:sym typeface="Arial"/>
            </a:endParaRPr>
          </a:p>
          <a:p>
            <a:pPr indent="-343080" lvl="0" marL="343080" marR="0" rtl="0" algn="l">
              <a:lnSpc>
                <a:spcPct val="90000"/>
              </a:lnSpc>
              <a:spcBef>
                <a:spcPts val="0"/>
              </a:spcBef>
              <a:spcAft>
                <a:spcPts val="0"/>
              </a:spcAft>
              <a:buNone/>
            </a:pPr>
            <a:r>
              <a:rPr b="0" lang="en-US" sz="1800" strike="noStrike">
                <a:solidFill>
                  <a:srgbClr val="FFFFFF"/>
                </a:solidFill>
                <a:latin typeface="Comic Sans MS"/>
                <a:ea typeface="Comic Sans MS"/>
                <a:cs typeface="Comic Sans MS"/>
                <a:sym typeface="Comic Sans MS"/>
              </a:rPr>
              <a:t>     marked read-only, so any attempts to  write to it will result in segmentation fault).</a:t>
            </a:r>
            <a:endParaRPr b="0" sz="1800" strike="noStrike">
              <a:solidFill>
                <a:srgbClr val="000000"/>
              </a:solidFill>
              <a:latin typeface="Arial"/>
              <a:ea typeface="Arial"/>
              <a:cs typeface="Arial"/>
              <a:sym typeface="Arial"/>
            </a:endParaRPr>
          </a:p>
          <a:p>
            <a:pPr indent="-343080" lvl="0" marL="343080" marR="0" rtl="0" algn="l">
              <a:lnSpc>
                <a:spcPct val="90000"/>
              </a:lnSpc>
              <a:spcBef>
                <a:spcPts val="0"/>
              </a:spcBef>
              <a:spcAft>
                <a:spcPts val="0"/>
              </a:spcAft>
              <a:buNone/>
            </a:pPr>
            <a:r>
              <a:rPr b="0" lang="en-US" sz="1800" strike="noStrike">
                <a:solidFill>
                  <a:srgbClr val="FFFFFF"/>
                </a:solidFill>
                <a:latin typeface="Comic Sans MS"/>
                <a:ea typeface="Comic Sans MS"/>
                <a:cs typeface="Comic Sans MS"/>
                <a:sym typeface="Comic Sans MS"/>
              </a:rPr>
              <a:t>    - data segment (Global and       </a:t>
            </a:r>
            <a:endParaRPr b="0" sz="1800" strike="noStrike">
              <a:solidFill>
                <a:srgbClr val="000000"/>
              </a:solidFill>
              <a:latin typeface="Arial"/>
              <a:ea typeface="Arial"/>
              <a:cs typeface="Arial"/>
              <a:sym typeface="Arial"/>
            </a:endParaRPr>
          </a:p>
          <a:p>
            <a:pPr indent="-343080" lvl="0" marL="343080" marR="0" rtl="0" algn="l">
              <a:lnSpc>
                <a:spcPct val="90000"/>
              </a:lnSpc>
              <a:spcBef>
                <a:spcPts val="0"/>
              </a:spcBef>
              <a:spcAft>
                <a:spcPts val="0"/>
              </a:spcAft>
              <a:buNone/>
            </a:pPr>
            <a:r>
              <a:rPr b="0" lang="en-US" sz="1800" strike="noStrike">
                <a:solidFill>
                  <a:srgbClr val="FFFFFF"/>
                </a:solidFill>
                <a:latin typeface="Comic Sans MS"/>
                <a:ea typeface="Comic Sans MS"/>
                <a:cs typeface="Comic Sans MS"/>
                <a:sym typeface="Comic Sans MS"/>
              </a:rPr>
              <a:t>        static variables)</a:t>
            </a:r>
            <a:endParaRPr b="0" sz="1800" strike="noStrike">
              <a:solidFill>
                <a:srgbClr val="000000"/>
              </a:solidFill>
              <a:latin typeface="Arial"/>
              <a:ea typeface="Arial"/>
              <a:cs typeface="Arial"/>
              <a:sym typeface="Arial"/>
            </a:endParaRPr>
          </a:p>
          <a:p>
            <a:pPr indent="-343080" lvl="0" marL="343080" marR="0" rtl="0" algn="l">
              <a:lnSpc>
                <a:spcPct val="90000"/>
              </a:lnSpc>
              <a:spcBef>
                <a:spcPts val="0"/>
              </a:spcBef>
              <a:spcAft>
                <a:spcPts val="0"/>
              </a:spcAft>
              <a:buNone/>
            </a:pPr>
            <a:r>
              <a:rPr b="0" lang="en-US" sz="1800" strike="noStrike">
                <a:solidFill>
                  <a:srgbClr val="FFFFFF"/>
                </a:solidFill>
                <a:latin typeface="Comic Sans MS"/>
                <a:ea typeface="Comic Sans MS"/>
                <a:cs typeface="Comic Sans MS"/>
                <a:sym typeface="Comic Sans MS"/>
              </a:rPr>
              <a:t>    - stack (Dynamic variables)</a:t>
            </a:r>
            <a:endParaRPr b="0" sz="1800" strike="noStrike">
              <a:solidFill>
                <a:srgbClr val="000000"/>
              </a:solidFill>
              <a:latin typeface="Arial"/>
              <a:ea typeface="Arial"/>
              <a:cs typeface="Arial"/>
              <a:sym typeface="Arial"/>
            </a:endParaRPr>
          </a:p>
          <a:p>
            <a:pPr indent="-343080" lvl="0" marL="343080" marR="0" rtl="0" algn="l">
              <a:lnSpc>
                <a:spcPct val="90000"/>
              </a:lnSpc>
              <a:spcBef>
                <a:spcPts val="0"/>
              </a:spcBef>
              <a:spcAft>
                <a:spcPts val="0"/>
              </a:spcAft>
              <a:buClr>
                <a:srgbClr val="DC9E1F"/>
              </a:buClr>
              <a:buSzPts val="1800"/>
              <a:buFont typeface="Noto Sans Symbols"/>
              <a:buChar char="➢"/>
            </a:pPr>
            <a:r>
              <a:rPr b="0" lang="en-US" sz="1800" strike="noStrike">
                <a:solidFill>
                  <a:srgbClr val="FFFFFF"/>
                </a:solidFill>
                <a:latin typeface="Comic Sans MS"/>
                <a:ea typeface="Comic Sans MS"/>
                <a:cs typeface="Comic Sans MS"/>
                <a:sym typeface="Comic Sans MS"/>
              </a:rPr>
              <a:t>The process is blocked and is rescheduled to run again with a larger memory space if the user attack exhausts available memory.</a:t>
            </a:r>
            <a:endParaRPr b="0" sz="1800" strike="noStrike">
              <a:solidFill>
                <a:srgbClr val="000000"/>
              </a:solidFill>
              <a:latin typeface="Arial"/>
              <a:ea typeface="Arial"/>
              <a:cs typeface="Arial"/>
              <a:sym typeface="Arial"/>
            </a:endParaRPr>
          </a:p>
          <a:p>
            <a:pPr indent="-343080" lvl="0" marL="343080" marR="0" rtl="0" algn="l">
              <a:lnSpc>
                <a:spcPct val="90000"/>
              </a:lnSpc>
              <a:spcBef>
                <a:spcPts val="0"/>
              </a:spcBef>
              <a:spcAft>
                <a:spcPts val="0"/>
              </a:spcAft>
              <a:buNone/>
            </a:pPr>
            <a:r>
              <a:t/>
            </a:r>
            <a:endParaRPr b="0" sz="1800" strike="noStrike">
              <a:solidFill>
                <a:srgbClr val="000000"/>
              </a:solidFill>
              <a:latin typeface="Arial"/>
              <a:ea typeface="Arial"/>
              <a:cs typeface="Arial"/>
              <a:sym typeface="Arial"/>
            </a:endParaRPr>
          </a:p>
          <a:p>
            <a:pPr indent="-343080" lvl="0" marL="343080" marR="0" rtl="0" algn="l">
              <a:lnSpc>
                <a:spcPct val="100000"/>
              </a:lnSpc>
              <a:spcBef>
                <a:spcPts val="0"/>
              </a:spcBef>
              <a:spcAft>
                <a:spcPts val="0"/>
              </a:spcAft>
              <a:buNone/>
            </a:pPr>
            <a:r>
              <a:t/>
            </a:r>
            <a:endParaRPr b="0" sz="1800"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gradFill>
          <a:gsLst>
            <a:gs pos="0">
              <a:srgbClr val="262626"/>
            </a:gs>
            <a:gs pos="100000">
              <a:schemeClr val="dk1"/>
            </a:gs>
          </a:gsLst>
          <a:lin ang="5400000" scaled="0"/>
        </a:gradFill>
      </p:bgPr>
    </p:bg>
    <p:spTree>
      <p:nvGrpSpPr>
        <p:cNvPr id="250" name="Shape 250"/>
        <p:cNvGrpSpPr/>
        <p:nvPr/>
      </p:nvGrpSpPr>
      <p:grpSpPr>
        <a:xfrm>
          <a:off x="0" y="0"/>
          <a:ext cx="0" cy="0"/>
          <a:chOff x="0" y="0"/>
          <a:chExt cx="0" cy="0"/>
        </a:xfrm>
      </p:grpSpPr>
      <p:sp>
        <p:nvSpPr>
          <p:cNvPr id="251" name="Google Shape;251;p59"/>
          <p:cNvSpPr/>
          <p:nvPr/>
        </p:nvSpPr>
        <p:spPr>
          <a:xfrm>
            <a:off x="533160" y="274680"/>
            <a:ext cx="7923240" cy="1019160"/>
          </a:xfrm>
          <a:prstGeom prst="rect">
            <a:avLst/>
          </a:prstGeom>
          <a:noFill/>
          <a:ln>
            <a:noFill/>
          </a:ln>
        </p:spPr>
        <p:txBody>
          <a:bodyPr anchorCtr="0" anchor="b" bIns="45000" lIns="90000" spcFirstLastPara="1" rIns="90000" wrap="square" tIns="45000">
            <a:noAutofit/>
          </a:bodyPr>
          <a:lstStyle/>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a:p>
            <a:pPr indent="0" lvl="0" marL="0" marR="0" rtl="0" algn="l">
              <a:spcBef>
                <a:spcPts val="0"/>
              </a:spcBef>
              <a:spcAft>
                <a:spcPts val="0"/>
              </a:spcAft>
              <a:buNone/>
            </a:pPr>
            <a:r>
              <a:t/>
            </a:r>
            <a:endParaRPr b="0" sz="1800" strike="noStrike">
              <a:solidFill>
                <a:srgbClr val="000000"/>
              </a:solidFill>
              <a:latin typeface="Arial"/>
              <a:ea typeface="Arial"/>
              <a:cs typeface="Arial"/>
              <a:sym typeface="Arial"/>
            </a:endParaRPr>
          </a:p>
          <a:p>
            <a:pPr indent="0" lvl="0" marL="0" marR="0" rtl="0" algn="l">
              <a:spcBef>
                <a:spcPts val="0"/>
              </a:spcBef>
              <a:spcAft>
                <a:spcPts val="0"/>
              </a:spcAft>
              <a:buNone/>
            </a:pPr>
            <a:r>
              <a:rPr b="0" lang="en-US" sz="3000" cap="none" strike="noStrike">
                <a:solidFill>
                  <a:srgbClr val="FFFFFF"/>
                </a:solidFill>
                <a:latin typeface="Cambria"/>
                <a:ea typeface="Cambria"/>
                <a:cs typeface="Cambria"/>
                <a:sym typeface="Cambria"/>
              </a:rPr>
              <a:t> </a:t>
            </a:r>
            <a:endParaRPr b="0" sz="1800"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0" lang="en-US" sz="4800" u="sng" cap="none" strike="noStrike">
                <a:solidFill>
                  <a:srgbClr val="FFFFFF"/>
                </a:solidFill>
                <a:latin typeface="Cambria"/>
                <a:ea typeface="Cambria"/>
                <a:cs typeface="Cambria"/>
                <a:sym typeface="Cambria"/>
              </a:rPr>
              <a:t>STACK SMASHING</a:t>
            </a:r>
            <a:endParaRPr b="0" sz="1800" strike="noStrike">
              <a:solidFill>
                <a:srgbClr val="000000"/>
              </a:solidFill>
              <a:latin typeface="Arial"/>
              <a:ea typeface="Arial"/>
              <a:cs typeface="Arial"/>
              <a:sym typeface="Arial"/>
            </a:endParaRPr>
          </a:p>
        </p:txBody>
      </p:sp>
      <p:sp>
        <p:nvSpPr>
          <p:cNvPr id="252" name="Google Shape;252;p59"/>
          <p:cNvSpPr/>
          <p:nvPr/>
        </p:nvSpPr>
        <p:spPr>
          <a:xfrm>
            <a:off x="685800" y="0"/>
            <a:ext cx="7770960" cy="114156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59"/>
          <p:cNvSpPr/>
          <p:nvPr/>
        </p:nvSpPr>
        <p:spPr>
          <a:xfrm>
            <a:off x="4212000" y="1600200"/>
            <a:ext cx="3808440" cy="472284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t/>
            </a:r>
            <a:endParaRPr b="0" sz="1800" strike="noStrike">
              <a:solidFill>
                <a:srgbClr val="000000"/>
              </a:solidFill>
              <a:latin typeface="Arial"/>
              <a:ea typeface="Arial"/>
              <a:cs typeface="Arial"/>
              <a:sym typeface="Arial"/>
            </a:endParaRPr>
          </a:p>
          <a:p>
            <a:pPr indent="-343080" lvl="0" marL="343080" marR="0" rtl="0" algn="l">
              <a:lnSpc>
                <a:spcPct val="100000"/>
              </a:lnSpc>
              <a:spcBef>
                <a:spcPts val="0"/>
              </a:spcBef>
              <a:spcAft>
                <a:spcPts val="0"/>
              </a:spcAft>
              <a:buClr>
                <a:srgbClr val="DC9E1F"/>
              </a:buClr>
              <a:buSzPts val="2800"/>
              <a:buFont typeface="Noto Sans Symbols"/>
              <a:buChar char="➢"/>
            </a:pPr>
            <a:r>
              <a:rPr b="0" lang="en-US" sz="2800" strike="noStrike">
                <a:solidFill>
                  <a:srgbClr val="FFFFFF"/>
                </a:solidFill>
                <a:latin typeface="Calibri"/>
                <a:ea typeface="Calibri"/>
                <a:cs typeface="Calibri"/>
                <a:sym typeface="Calibri"/>
              </a:rPr>
              <a:t>Function (sub-routine) calls results in an </a:t>
            </a:r>
            <a:r>
              <a:rPr b="0" i="1" lang="en-US" sz="2800" strike="noStrike">
                <a:solidFill>
                  <a:srgbClr val="FFFFFF"/>
                </a:solidFill>
                <a:latin typeface="Calibri"/>
                <a:ea typeface="Calibri"/>
                <a:cs typeface="Calibri"/>
                <a:sym typeface="Calibri"/>
              </a:rPr>
              <a:t>activation frame</a:t>
            </a:r>
            <a:r>
              <a:rPr b="0" lang="en-US" sz="2800" strike="noStrike">
                <a:solidFill>
                  <a:srgbClr val="FFFFFF"/>
                </a:solidFill>
                <a:latin typeface="Calibri"/>
                <a:ea typeface="Calibri"/>
                <a:cs typeface="Calibri"/>
                <a:sym typeface="Calibri"/>
              </a:rPr>
              <a:t> being pushed onto a memory area called the </a:t>
            </a:r>
            <a:r>
              <a:rPr b="0" i="1" lang="en-US" sz="2800" strike="noStrike">
                <a:solidFill>
                  <a:srgbClr val="FFFFFF"/>
                </a:solidFill>
                <a:latin typeface="Calibri"/>
                <a:ea typeface="Calibri"/>
                <a:cs typeface="Calibri"/>
                <a:sym typeface="Calibri"/>
              </a:rPr>
              <a:t>stack</a:t>
            </a:r>
            <a:r>
              <a:rPr b="0" lang="en-US" sz="2800" strike="noStrike">
                <a:solidFill>
                  <a:srgbClr val="FFFFFF"/>
                </a:solidFill>
                <a:latin typeface="Calibri"/>
                <a:ea typeface="Calibri"/>
                <a:cs typeface="Calibri"/>
                <a:sym typeface="Calibri"/>
              </a:rPr>
              <a:t>.</a:t>
            </a:r>
            <a:endParaRPr b="0" sz="1800" strike="noStrike">
              <a:solidFill>
                <a:srgbClr val="000000"/>
              </a:solidFill>
              <a:latin typeface="Arial"/>
              <a:ea typeface="Arial"/>
              <a:cs typeface="Arial"/>
              <a:sym typeface="Arial"/>
            </a:endParaRPr>
          </a:p>
        </p:txBody>
      </p:sp>
      <p:sp>
        <p:nvSpPr>
          <p:cNvPr id="254" name="Google Shape;254;p59"/>
          <p:cNvSpPr/>
          <p:nvPr/>
        </p:nvSpPr>
        <p:spPr>
          <a:xfrm>
            <a:off x="685800" y="1638360"/>
            <a:ext cx="3122640" cy="4722840"/>
          </a:xfrm>
          <a:prstGeom prst="rect">
            <a:avLst/>
          </a:prstGeom>
          <a:solidFill>
            <a:srgbClr val="000000"/>
          </a:solidFill>
          <a:ln cap="rnd" cmpd="sng" w="22300">
            <a:solidFill>
              <a:srgbClr val="FFFFFF"/>
            </a:solidFill>
            <a:prstDash val="dashDot"/>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59"/>
          <p:cNvSpPr/>
          <p:nvPr/>
        </p:nvSpPr>
        <p:spPr>
          <a:xfrm>
            <a:off x="685800" y="1600200"/>
            <a:ext cx="3122640" cy="455760"/>
          </a:xfrm>
          <a:prstGeom prst="rect">
            <a:avLst/>
          </a:prstGeom>
          <a:solidFill>
            <a:srgbClr val="000000"/>
          </a:solidFill>
          <a:ln cap="flat" cmpd="sng" w="22300">
            <a:solidFill>
              <a:srgbClr val="FFFFFF"/>
            </a:solidFill>
            <a:prstDash val="solid"/>
            <a:miter lim="8000"/>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en-US" sz="1800" strike="noStrike">
                <a:solidFill>
                  <a:srgbClr val="FFFFFF"/>
                </a:solidFill>
                <a:latin typeface="Calibri"/>
                <a:ea typeface="Calibri"/>
                <a:cs typeface="Calibri"/>
                <a:sym typeface="Calibri"/>
              </a:rPr>
              <a:t>&lt;previous stack frame&gt;</a:t>
            </a:r>
            <a:endParaRPr b="0" sz="1800" strike="noStrike">
              <a:solidFill>
                <a:srgbClr val="000000"/>
              </a:solidFill>
              <a:latin typeface="Arial"/>
              <a:ea typeface="Arial"/>
              <a:cs typeface="Arial"/>
              <a:sym typeface="Arial"/>
            </a:endParaRPr>
          </a:p>
        </p:txBody>
      </p:sp>
      <p:sp>
        <p:nvSpPr>
          <p:cNvPr id="256" name="Google Shape;256;p59"/>
          <p:cNvSpPr/>
          <p:nvPr/>
        </p:nvSpPr>
        <p:spPr>
          <a:xfrm>
            <a:off x="685800" y="2057400"/>
            <a:ext cx="3122640" cy="379440"/>
          </a:xfrm>
          <a:prstGeom prst="rect">
            <a:avLst/>
          </a:prstGeom>
          <a:solidFill>
            <a:srgbClr val="000000"/>
          </a:solidFill>
          <a:ln cap="flat" cmpd="sng" w="22300">
            <a:solidFill>
              <a:srgbClr val="FFFFFF"/>
            </a:solidFill>
            <a:prstDash val="solid"/>
            <a:miter lim="8000"/>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en-US" sz="1800" strike="noStrike">
                <a:solidFill>
                  <a:srgbClr val="FFFFFF"/>
                </a:solidFill>
                <a:latin typeface="Calibri"/>
                <a:ea typeface="Calibri"/>
                <a:cs typeface="Calibri"/>
                <a:sym typeface="Calibri"/>
              </a:rPr>
              <a:t>function arguments</a:t>
            </a:r>
            <a:endParaRPr b="0" sz="1800" strike="noStrike">
              <a:solidFill>
                <a:srgbClr val="000000"/>
              </a:solidFill>
              <a:latin typeface="Arial"/>
              <a:ea typeface="Arial"/>
              <a:cs typeface="Arial"/>
              <a:sym typeface="Arial"/>
            </a:endParaRPr>
          </a:p>
        </p:txBody>
      </p:sp>
      <p:sp>
        <p:nvSpPr>
          <p:cNvPr id="257" name="Google Shape;257;p59"/>
          <p:cNvSpPr/>
          <p:nvPr/>
        </p:nvSpPr>
        <p:spPr>
          <a:xfrm>
            <a:off x="685800" y="2438280"/>
            <a:ext cx="3122640" cy="455760"/>
          </a:xfrm>
          <a:prstGeom prst="rect">
            <a:avLst/>
          </a:prstGeom>
          <a:solidFill>
            <a:srgbClr val="000000"/>
          </a:solidFill>
          <a:ln cap="flat" cmpd="sng" w="22300">
            <a:solidFill>
              <a:srgbClr val="FFFFFF"/>
            </a:solidFill>
            <a:prstDash val="solid"/>
            <a:miter lim="8000"/>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en-US" sz="1800" strike="noStrike">
                <a:solidFill>
                  <a:srgbClr val="FFFFFF"/>
                </a:solidFill>
                <a:latin typeface="Calibri"/>
                <a:ea typeface="Calibri"/>
                <a:cs typeface="Calibri"/>
                <a:sym typeface="Calibri"/>
              </a:rPr>
              <a:t>return address</a:t>
            </a:r>
            <a:endParaRPr b="0" sz="1800" strike="noStrike">
              <a:solidFill>
                <a:srgbClr val="000000"/>
              </a:solidFill>
              <a:latin typeface="Arial"/>
              <a:ea typeface="Arial"/>
              <a:cs typeface="Arial"/>
              <a:sym typeface="Arial"/>
            </a:endParaRPr>
          </a:p>
        </p:txBody>
      </p:sp>
      <p:sp>
        <p:nvSpPr>
          <p:cNvPr id="258" name="Google Shape;258;p59"/>
          <p:cNvSpPr/>
          <p:nvPr/>
        </p:nvSpPr>
        <p:spPr>
          <a:xfrm>
            <a:off x="685800" y="2895480"/>
            <a:ext cx="3122640" cy="455760"/>
          </a:xfrm>
          <a:prstGeom prst="rect">
            <a:avLst/>
          </a:prstGeom>
          <a:solidFill>
            <a:srgbClr val="000000"/>
          </a:solidFill>
          <a:ln cap="flat" cmpd="sng" w="22300">
            <a:solidFill>
              <a:srgbClr val="FFFFFF"/>
            </a:solidFill>
            <a:prstDash val="solid"/>
            <a:miter lim="8000"/>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en-US" sz="1800" strike="noStrike">
                <a:solidFill>
                  <a:srgbClr val="FFFFFF"/>
                </a:solidFill>
                <a:latin typeface="Calibri"/>
                <a:ea typeface="Calibri"/>
                <a:cs typeface="Calibri"/>
                <a:sym typeface="Calibri"/>
              </a:rPr>
              <a:t>previous frame pointer</a:t>
            </a:r>
            <a:endParaRPr b="0" sz="1800" strike="noStrike">
              <a:solidFill>
                <a:srgbClr val="000000"/>
              </a:solidFill>
              <a:latin typeface="Arial"/>
              <a:ea typeface="Arial"/>
              <a:cs typeface="Arial"/>
              <a:sym typeface="Arial"/>
            </a:endParaRPr>
          </a:p>
        </p:txBody>
      </p:sp>
      <p:sp>
        <p:nvSpPr>
          <p:cNvPr id="259" name="Google Shape;259;p59"/>
          <p:cNvSpPr/>
          <p:nvPr/>
        </p:nvSpPr>
        <p:spPr>
          <a:xfrm>
            <a:off x="685800" y="3352680"/>
            <a:ext cx="3122640" cy="455760"/>
          </a:xfrm>
          <a:prstGeom prst="rect">
            <a:avLst/>
          </a:prstGeom>
          <a:solidFill>
            <a:srgbClr val="000000"/>
          </a:solidFill>
          <a:ln cap="flat" cmpd="sng" w="22300">
            <a:solidFill>
              <a:srgbClr val="FFFFFF"/>
            </a:solidFill>
            <a:prstDash val="solid"/>
            <a:miter lim="8000"/>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en-US" sz="1800" strike="noStrike">
                <a:solidFill>
                  <a:srgbClr val="FFFFFF"/>
                </a:solidFill>
                <a:latin typeface="Calibri"/>
                <a:ea typeface="Calibri"/>
                <a:cs typeface="Calibri"/>
                <a:sym typeface="Calibri"/>
              </a:rPr>
              <a:t>local variables</a:t>
            </a:r>
            <a:endParaRPr b="0" sz="1800" strike="noStrike">
              <a:solidFill>
                <a:srgbClr val="000000"/>
              </a:solidFill>
              <a:latin typeface="Arial"/>
              <a:ea typeface="Arial"/>
              <a:cs typeface="Arial"/>
              <a:sym typeface="Arial"/>
            </a:endParaRPr>
          </a:p>
        </p:txBody>
      </p:sp>
      <p:sp>
        <p:nvSpPr>
          <p:cNvPr id="260" name="Google Shape;260;p59"/>
          <p:cNvSpPr/>
          <p:nvPr/>
        </p:nvSpPr>
        <p:spPr>
          <a:xfrm>
            <a:off x="685800" y="3809880"/>
            <a:ext cx="3122640" cy="379440"/>
          </a:xfrm>
          <a:prstGeom prst="rect">
            <a:avLst/>
          </a:prstGeom>
          <a:solidFill>
            <a:srgbClr val="000000"/>
          </a:solidFill>
          <a:ln cap="flat" cmpd="sng" w="22300">
            <a:solidFill>
              <a:srgbClr val="FFFFFF"/>
            </a:solidFill>
            <a:prstDash val="solid"/>
            <a:miter lim="8000"/>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en-US" sz="1800" strike="noStrike">
                <a:solidFill>
                  <a:srgbClr val="FFFFFF"/>
                </a:solidFill>
                <a:latin typeface="Calibri"/>
                <a:ea typeface="Calibri"/>
                <a:cs typeface="Calibri"/>
                <a:sym typeface="Calibri"/>
              </a:rPr>
              <a:t>local buffer variables</a:t>
            </a:r>
            <a:endParaRPr b="0" sz="1800" strike="noStrike">
              <a:solidFill>
                <a:srgbClr val="000000"/>
              </a:solidFill>
              <a:latin typeface="Arial"/>
              <a:ea typeface="Arial"/>
              <a:cs typeface="Arial"/>
              <a:sym typeface="Arial"/>
            </a:endParaRPr>
          </a:p>
        </p:txBody>
      </p:sp>
      <p:sp>
        <p:nvSpPr>
          <p:cNvPr id="261" name="Google Shape;261;p59"/>
          <p:cNvSpPr/>
          <p:nvPr/>
        </p:nvSpPr>
        <p:spPr>
          <a:xfrm>
            <a:off x="2145600" y="4202280"/>
            <a:ext cx="360" cy="1827360"/>
          </a:xfrm>
          <a:custGeom>
            <a:rect b="b" l="l" r="r" t="t"/>
            <a:pathLst>
              <a:path extrusionOk="0" h="120000" w="120000">
                <a:moveTo>
                  <a:pt x="0" y="0"/>
                </a:moveTo>
                <a:lnTo>
                  <a:pt x="120000" y="120000"/>
                </a:lnTo>
              </a:path>
            </a:pathLst>
          </a:custGeom>
          <a:noFill/>
          <a:ln cap="flat" cmpd="sng" w="9525">
            <a:solidFill>
              <a:srgbClr val="FFFFFF"/>
            </a:solidFill>
            <a:prstDash val="solid"/>
            <a:round/>
            <a:headEnd len="sm" w="sm" type="none"/>
            <a:tailEnd len="med" w="med" type="triangle"/>
          </a:ln>
        </p:spPr>
      </p:sp>
      <p:sp>
        <p:nvSpPr>
          <p:cNvPr id="262" name="Google Shape;262;p59"/>
          <p:cNvSpPr/>
          <p:nvPr/>
        </p:nvSpPr>
        <p:spPr>
          <a:xfrm>
            <a:off x="827640" y="4648320"/>
            <a:ext cx="2828520" cy="3636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0" lang="en-US" sz="1800" strike="noStrike">
                <a:solidFill>
                  <a:srgbClr val="FFFFFF"/>
                </a:solidFill>
                <a:latin typeface="Calibri"/>
                <a:ea typeface="Calibri"/>
                <a:cs typeface="Calibri"/>
                <a:sym typeface="Calibri"/>
              </a:rPr>
              <a:t>Direction  of   Stack growth</a:t>
            </a:r>
            <a:endParaRPr b="0" sz="1800" strike="noStrike">
              <a:solidFill>
                <a:srgbClr val="000000"/>
              </a:solidFill>
              <a:latin typeface="Arial"/>
              <a:ea typeface="Arial"/>
              <a:cs typeface="Arial"/>
              <a:sym typeface="Arial"/>
            </a:endParaRPr>
          </a:p>
        </p:txBody>
      </p:sp>
    </p:spTree>
  </p:cSld>
  <p:clrMapOvr>
    <a:masterClrMapping/>
  </p:clrMapOvr>
  <p:transition spd="slow">
    <p:fade thruBlk="1"/>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gradFill>
          <a:gsLst>
            <a:gs pos="0">
              <a:srgbClr val="262626"/>
            </a:gs>
            <a:gs pos="100000">
              <a:schemeClr val="dk1"/>
            </a:gs>
          </a:gsLst>
          <a:lin ang="5400000" scaled="0"/>
        </a:gradFill>
      </p:bgPr>
    </p:bg>
    <p:spTree>
      <p:nvGrpSpPr>
        <p:cNvPr id="266" name="Shape 266"/>
        <p:cNvGrpSpPr/>
        <p:nvPr/>
      </p:nvGrpSpPr>
      <p:grpSpPr>
        <a:xfrm>
          <a:off x="0" y="0"/>
          <a:ext cx="0" cy="0"/>
          <a:chOff x="0" y="0"/>
          <a:chExt cx="0" cy="0"/>
        </a:xfrm>
      </p:grpSpPr>
      <p:sp>
        <p:nvSpPr>
          <p:cNvPr id="267" name="Google Shape;267;p60"/>
          <p:cNvSpPr/>
          <p:nvPr/>
        </p:nvSpPr>
        <p:spPr>
          <a:xfrm>
            <a:off x="340920" y="10440"/>
            <a:ext cx="8207640" cy="646092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t/>
            </a:r>
            <a:endParaRPr b="0" sz="1800" strike="noStrike">
              <a:solidFill>
                <a:srgbClr val="000000"/>
              </a:solidFill>
              <a:latin typeface="Arial"/>
              <a:ea typeface="Arial"/>
              <a:cs typeface="Arial"/>
              <a:sym typeface="Arial"/>
            </a:endParaRPr>
          </a:p>
          <a:p>
            <a:pPr indent="-743040" lvl="0" marL="743040" marR="0" rtl="0" algn="l">
              <a:lnSpc>
                <a:spcPct val="100000"/>
              </a:lnSpc>
              <a:spcBef>
                <a:spcPts val="0"/>
              </a:spcBef>
              <a:spcAft>
                <a:spcPts val="0"/>
              </a:spcAft>
              <a:buClr>
                <a:srgbClr val="DC9E1F"/>
              </a:buClr>
              <a:buSzPts val="3800"/>
              <a:buFont typeface="Noto Sans Symbols"/>
              <a:buChar char="➢"/>
            </a:pPr>
            <a:r>
              <a:rPr b="0" lang="en-US" sz="3800" strike="noStrike">
                <a:solidFill>
                  <a:srgbClr val="FFFFFF"/>
                </a:solidFill>
                <a:latin typeface="Calibri"/>
                <a:ea typeface="Calibri"/>
                <a:cs typeface="Calibri"/>
                <a:sym typeface="Calibri"/>
              </a:rPr>
              <a:t>The general idea is to overflow a buffer so that it overwrites the return address.</a:t>
            </a:r>
            <a:endParaRPr b="0" sz="1800"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sz="1800" strike="noStrike">
              <a:solidFill>
                <a:srgbClr val="000000"/>
              </a:solidFill>
              <a:latin typeface="Arial"/>
              <a:ea typeface="Arial"/>
              <a:cs typeface="Arial"/>
              <a:sym typeface="Arial"/>
            </a:endParaRPr>
          </a:p>
          <a:p>
            <a:pPr indent="-571680" lvl="0" marL="571680" marR="0" rtl="0" algn="l">
              <a:lnSpc>
                <a:spcPct val="100000"/>
              </a:lnSpc>
              <a:spcBef>
                <a:spcPts val="0"/>
              </a:spcBef>
              <a:spcAft>
                <a:spcPts val="0"/>
              </a:spcAft>
              <a:buClr>
                <a:srgbClr val="DC9E1F"/>
              </a:buClr>
              <a:buSzPts val="3800"/>
              <a:buFont typeface="Noto Sans Symbols"/>
              <a:buChar char="➢"/>
            </a:pPr>
            <a:r>
              <a:rPr b="0" lang="en-US" sz="3800" strike="noStrike">
                <a:solidFill>
                  <a:srgbClr val="FFFFFF"/>
                </a:solidFill>
                <a:latin typeface="Calibri"/>
                <a:ea typeface="Calibri"/>
                <a:cs typeface="Calibri"/>
                <a:sym typeface="Calibri"/>
              </a:rPr>
              <a:t>When the function is done it will jump to whatever address is on the stack.</a:t>
            </a:r>
            <a:endParaRPr b="0" sz="1800"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sz="1800" strike="noStrike">
              <a:solidFill>
                <a:srgbClr val="000000"/>
              </a:solidFill>
              <a:latin typeface="Arial"/>
              <a:ea typeface="Arial"/>
              <a:cs typeface="Arial"/>
              <a:sym typeface="Arial"/>
            </a:endParaRPr>
          </a:p>
          <a:p>
            <a:pPr indent="-743040" lvl="0" marL="743040" marR="0" rtl="0" algn="l">
              <a:lnSpc>
                <a:spcPct val="100000"/>
              </a:lnSpc>
              <a:spcBef>
                <a:spcPts val="0"/>
              </a:spcBef>
              <a:spcAft>
                <a:spcPts val="0"/>
              </a:spcAft>
              <a:buClr>
                <a:srgbClr val="DC9E1F"/>
              </a:buClr>
              <a:buSzPts val="3800"/>
              <a:buFont typeface="Noto Sans Symbols"/>
              <a:buChar char="➢"/>
            </a:pPr>
            <a:r>
              <a:rPr b="0" lang="en-US" sz="3800" strike="noStrike">
                <a:solidFill>
                  <a:srgbClr val="FFFFFF"/>
                </a:solidFill>
                <a:latin typeface="Calibri"/>
                <a:ea typeface="Calibri"/>
                <a:cs typeface="Calibri"/>
                <a:sym typeface="Calibri"/>
              </a:rPr>
              <a:t>We put some code in the buffer and set the return address to point to it!</a:t>
            </a:r>
            <a:endParaRPr b="0" sz="1800" strike="noStrike">
              <a:solidFill>
                <a:srgbClr val="000000"/>
              </a:solidFill>
              <a:latin typeface="Arial"/>
              <a:ea typeface="Arial"/>
              <a:cs typeface="Arial"/>
              <a:sym typeface="Arial"/>
            </a:endParaRPr>
          </a:p>
        </p:txBody>
      </p:sp>
    </p:spTree>
  </p:cSld>
  <p:clrMapOvr>
    <a:masterClrMapping/>
  </p:clrMapOvr>
  <p:transition spd="slow">
    <p:fade thruBlk="1"/>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gradFill>
          <a:gsLst>
            <a:gs pos="0">
              <a:srgbClr val="262626"/>
            </a:gs>
            <a:gs pos="100000">
              <a:schemeClr val="dk1"/>
            </a:gs>
          </a:gsLst>
          <a:lin ang="5400000" scaled="0"/>
        </a:gradFill>
      </p:bgPr>
    </p:bg>
    <p:spTree>
      <p:nvGrpSpPr>
        <p:cNvPr id="271" name="Shape 271"/>
        <p:cNvGrpSpPr/>
        <p:nvPr/>
      </p:nvGrpSpPr>
      <p:grpSpPr>
        <a:xfrm>
          <a:off x="0" y="0"/>
          <a:ext cx="0" cy="0"/>
          <a:chOff x="0" y="0"/>
          <a:chExt cx="0" cy="0"/>
        </a:xfrm>
      </p:grpSpPr>
      <p:sp>
        <p:nvSpPr>
          <p:cNvPr id="272" name="Google Shape;272;p61"/>
          <p:cNvSpPr/>
          <p:nvPr/>
        </p:nvSpPr>
        <p:spPr>
          <a:xfrm>
            <a:off x="685800" y="6248520"/>
            <a:ext cx="1903680" cy="455760"/>
          </a:xfrm>
          <a:prstGeom prst="rect">
            <a:avLst/>
          </a:prstGeom>
          <a:noFill/>
          <a:ln>
            <a:noFill/>
          </a:ln>
        </p:spPr>
        <p:txBody>
          <a:bodyPr anchorCtr="0" anchor="ctr" bIns="45000" lIns="90000" spcFirstLastPara="1" rIns="90000" wrap="square" tIns="45000">
            <a:noAutofit/>
          </a:bodyPr>
          <a:lstStyle/>
          <a:p>
            <a:pPr indent="0" lvl="0" marL="0" marR="0" rtl="0" algn="r">
              <a:lnSpc>
                <a:spcPct val="100000"/>
              </a:lnSpc>
              <a:spcBef>
                <a:spcPts val="0"/>
              </a:spcBef>
              <a:spcAft>
                <a:spcPts val="0"/>
              </a:spcAft>
              <a:buNone/>
            </a:pPr>
            <a:r>
              <a:rPr b="0" lang="en-US" sz="1000" strike="noStrike">
                <a:solidFill>
                  <a:srgbClr val="FFFFFF"/>
                </a:solidFill>
                <a:latin typeface="Calibri"/>
                <a:ea typeface="Calibri"/>
                <a:cs typeface="Calibri"/>
                <a:sym typeface="Calibri"/>
              </a:rPr>
              <a:t>Breno de Medeiros</a:t>
            </a:r>
            <a:endParaRPr b="0" sz="1800" strike="noStrike">
              <a:solidFill>
                <a:srgbClr val="000000"/>
              </a:solidFill>
              <a:latin typeface="Arial"/>
              <a:ea typeface="Arial"/>
              <a:cs typeface="Arial"/>
              <a:sym typeface="Arial"/>
            </a:endParaRPr>
          </a:p>
        </p:txBody>
      </p:sp>
      <p:sp>
        <p:nvSpPr>
          <p:cNvPr id="273" name="Google Shape;273;p61"/>
          <p:cNvSpPr/>
          <p:nvPr/>
        </p:nvSpPr>
        <p:spPr>
          <a:xfrm>
            <a:off x="3124080" y="6248520"/>
            <a:ext cx="2894040" cy="45576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1000" cap="none" strike="noStrike">
                <a:solidFill>
                  <a:srgbClr val="FFFFFF"/>
                </a:solidFill>
                <a:latin typeface="Calibri"/>
                <a:ea typeface="Calibri"/>
                <a:cs typeface="Calibri"/>
                <a:sym typeface="Calibri"/>
              </a:rPr>
              <a:t>FLORIDA STATE UNIVERSITY</a:t>
            </a:r>
            <a:endParaRPr b="0" sz="1800"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lang="en-US" sz="1000" cap="none" strike="noStrike">
                <a:solidFill>
                  <a:srgbClr val="FFFFFF"/>
                </a:solidFill>
                <a:latin typeface="Calibri"/>
                <a:ea typeface="Calibri"/>
                <a:cs typeface="Calibri"/>
                <a:sym typeface="Calibri"/>
              </a:rPr>
              <a:t>FALL 2005</a:t>
            </a:r>
            <a:endParaRPr b="0" sz="1800" strike="noStrike">
              <a:solidFill>
                <a:srgbClr val="000000"/>
              </a:solidFill>
              <a:latin typeface="Arial"/>
              <a:ea typeface="Arial"/>
              <a:cs typeface="Arial"/>
              <a:sym typeface="Arial"/>
            </a:endParaRPr>
          </a:p>
        </p:txBody>
      </p:sp>
      <p:sp>
        <p:nvSpPr>
          <p:cNvPr id="274" name="Google Shape;274;p61"/>
          <p:cNvSpPr/>
          <p:nvPr/>
        </p:nvSpPr>
        <p:spPr>
          <a:xfrm>
            <a:off x="685800" y="352440"/>
            <a:ext cx="7770960" cy="1141560"/>
          </a:xfrm>
          <a:prstGeom prst="rect">
            <a:avLst/>
          </a:prstGeom>
          <a:noFill/>
          <a:ln>
            <a:noFill/>
          </a:ln>
        </p:spPr>
        <p:txBody>
          <a:bodyPr anchorCtr="0" anchor="b" bIns="45000" lIns="90000" spcFirstLastPara="1" rIns="90000" wrap="square" tIns="45000">
            <a:noAutofit/>
          </a:bodyPr>
          <a:lstStyle/>
          <a:p>
            <a:pPr indent="0" lvl="0" marL="0" marR="0" rtl="0" algn="ctr">
              <a:lnSpc>
                <a:spcPct val="100000"/>
              </a:lnSpc>
              <a:spcBef>
                <a:spcPts val="0"/>
              </a:spcBef>
              <a:spcAft>
                <a:spcPts val="0"/>
              </a:spcAft>
              <a:buNone/>
            </a:pPr>
            <a:r>
              <a:rPr b="0" lang="en-US" sz="4800" u="sng" cap="none" strike="noStrike">
                <a:solidFill>
                  <a:srgbClr val="FFFFFF"/>
                </a:solidFill>
                <a:latin typeface="Cambria"/>
                <a:ea typeface="Cambria"/>
                <a:cs typeface="Cambria"/>
                <a:sym typeface="Cambria"/>
              </a:rPr>
              <a:t>MEMORY MANAGEMENT</a:t>
            </a:r>
            <a:endParaRPr b="0" sz="1800" strike="noStrike">
              <a:solidFill>
                <a:srgbClr val="000000"/>
              </a:solidFill>
              <a:latin typeface="Arial"/>
              <a:ea typeface="Arial"/>
              <a:cs typeface="Arial"/>
              <a:sym typeface="Arial"/>
            </a:endParaRPr>
          </a:p>
        </p:txBody>
      </p:sp>
      <p:sp>
        <p:nvSpPr>
          <p:cNvPr id="275" name="Google Shape;275;p61"/>
          <p:cNvSpPr/>
          <p:nvPr/>
        </p:nvSpPr>
        <p:spPr>
          <a:xfrm>
            <a:off x="4648320" y="1981080"/>
            <a:ext cx="4037040" cy="4113360"/>
          </a:xfrm>
          <a:prstGeom prst="rect">
            <a:avLst/>
          </a:prstGeom>
          <a:noFill/>
          <a:ln>
            <a:noFill/>
          </a:ln>
        </p:spPr>
        <p:txBody>
          <a:bodyPr anchorCtr="0" anchor="t" bIns="45000" lIns="90000" spcFirstLastPara="1" rIns="90000" wrap="square" tIns="45000">
            <a:noAutofit/>
          </a:bodyPr>
          <a:lstStyle/>
          <a:p>
            <a:pPr indent="-343080" lvl="0" marL="343080" marR="0" rtl="0" algn="l">
              <a:lnSpc>
                <a:spcPct val="100000"/>
              </a:lnSpc>
              <a:spcBef>
                <a:spcPts val="0"/>
              </a:spcBef>
              <a:spcAft>
                <a:spcPts val="0"/>
              </a:spcAft>
              <a:buClr>
                <a:srgbClr val="DC9E1F"/>
              </a:buClr>
              <a:buSzPts val="2000"/>
              <a:buFont typeface="Arial"/>
              <a:buChar char="•"/>
            </a:pPr>
            <a:r>
              <a:rPr b="0" lang="en-US" sz="2000" strike="noStrike">
                <a:solidFill>
                  <a:srgbClr val="FFFFFF"/>
                </a:solidFill>
                <a:latin typeface="Calibri"/>
                <a:ea typeface="Calibri"/>
                <a:cs typeface="Calibri"/>
                <a:sym typeface="Calibri"/>
              </a:rPr>
              <a:t>The stack, which contains activation frames, starts at the highest memory address allocated for the process, and grows downwards</a:t>
            </a:r>
            <a:endParaRPr b="0" sz="1800" strike="noStrike">
              <a:solidFill>
                <a:srgbClr val="000000"/>
              </a:solidFill>
              <a:latin typeface="Arial"/>
              <a:ea typeface="Arial"/>
              <a:cs typeface="Arial"/>
              <a:sym typeface="Arial"/>
            </a:endParaRPr>
          </a:p>
          <a:p>
            <a:pPr indent="-343080" lvl="0" marL="343080" marR="0" rtl="0" algn="l">
              <a:lnSpc>
                <a:spcPct val="100000"/>
              </a:lnSpc>
              <a:spcBef>
                <a:spcPts val="0"/>
              </a:spcBef>
              <a:spcAft>
                <a:spcPts val="0"/>
              </a:spcAft>
              <a:buClr>
                <a:srgbClr val="DC9E1F"/>
              </a:buClr>
              <a:buSzPts val="2000"/>
              <a:buFont typeface="Arial"/>
              <a:buChar char="•"/>
            </a:pPr>
            <a:r>
              <a:rPr b="0" lang="en-US" sz="2000" strike="noStrike">
                <a:solidFill>
                  <a:srgbClr val="FFFFFF"/>
                </a:solidFill>
                <a:latin typeface="Calibri"/>
                <a:ea typeface="Calibri"/>
                <a:cs typeface="Calibri"/>
                <a:sym typeface="Calibri"/>
              </a:rPr>
              <a:t>Variable-length data (e.g., strings) that are read dynamically, are kept in the heap, which grows upwards</a:t>
            </a:r>
            <a:endParaRPr b="0" sz="1800" strike="noStrike">
              <a:solidFill>
                <a:srgbClr val="000000"/>
              </a:solidFill>
              <a:latin typeface="Arial"/>
              <a:ea typeface="Arial"/>
              <a:cs typeface="Arial"/>
              <a:sym typeface="Arial"/>
            </a:endParaRPr>
          </a:p>
          <a:p>
            <a:pPr indent="-343080" lvl="0" marL="343080" marR="0" rtl="0" algn="l">
              <a:lnSpc>
                <a:spcPct val="100000"/>
              </a:lnSpc>
              <a:spcBef>
                <a:spcPts val="0"/>
              </a:spcBef>
              <a:spcAft>
                <a:spcPts val="0"/>
              </a:spcAft>
              <a:buClr>
                <a:srgbClr val="DC9E1F"/>
              </a:buClr>
              <a:buSzPts val="2000"/>
              <a:buFont typeface="Arial"/>
              <a:buChar char="•"/>
            </a:pPr>
            <a:r>
              <a:rPr b="0" lang="en-US" sz="2000" strike="noStrike">
                <a:solidFill>
                  <a:srgbClr val="FFFFFF"/>
                </a:solidFill>
                <a:latin typeface="Calibri"/>
                <a:ea typeface="Calibri"/>
                <a:cs typeface="Calibri"/>
                <a:sym typeface="Calibri"/>
              </a:rPr>
              <a:t>This arrangement maximizes flexibility of virtual memory management</a:t>
            </a:r>
            <a:endParaRPr b="0" sz="1800" strike="noStrike">
              <a:solidFill>
                <a:srgbClr val="000000"/>
              </a:solidFill>
              <a:latin typeface="Arial"/>
              <a:ea typeface="Arial"/>
              <a:cs typeface="Arial"/>
              <a:sym typeface="Arial"/>
            </a:endParaRPr>
          </a:p>
        </p:txBody>
      </p:sp>
      <p:sp>
        <p:nvSpPr>
          <p:cNvPr id="276" name="Google Shape;276;p61"/>
          <p:cNvSpPr/>
          <p:nvPr/>
        </p:nvSpPr>
        <p:spPr>
          <a:xfrm>
            <a:off x="685800" y="1509840"/>
            <a:ext cx="3110040" cy="455760"/>
          </a:xfrm>
          <a:prstGeom prst="rect">
            <a:avLst/>
          </a:prstGeom>
          <a:solidFill>
            <a:srgbClr val="000000"/>
          </a:solidFill>
          <a:ln cap="flat" cmpd="sng" w="22300">
            <a:solidFill>
              <a:srgbClr val="FFFFFF"/>
            </a:solidFill>
            <a:prstDash val="solid"/>
            <a:miter lim="8000"/>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en-US" sz="1800" strike="noStrike">
                <a:solidFill>
                  <a:srgbClr val="FFFFFF"/>
                </a:solidFill>
                <a:latin typeface="Calibri"/>
                <a:ea typeface="Calibri"/>
                <a:cs typeface="Calibri"/>
                <a:sym typeface="Calibri"/>
              </a:rPr>
              <a:t>Stack</a:t>
            </a:r>
            <a:endParaRPr b="0" sz="1800" strike="noStrike">
              <a:solidFill>
                <a:srgbClr val="000000"/>
              </a:solidFill>
              <a:latin typeface="Arial"/>
              <a:ea typeface="Arial"/>
              <a:cs typeface="Arial"/>
              <a:sym typeface="Arial"/>
            </a:endParaRPr>
          </a:p>
        </p:txBody>
      </p:sp>
      <p:sp>
        <p:nvSpPr>
          <p:cNvPr id="277" name="Google Shape;277;p61"/>
          <p:cNvSpPr/>
          <p:nvPr/>
        </p:nvSpPr>
        <p:spPr>
          <a:xfrm>
            <a:off x="685800" y="4191120"/>
            <a:ext cx="3122640" cy="379440"/>
          </a:xfrm>
          <a:prstGeom prst="rect">
            <a:avLst/>
          </a:prstGeom>
          <a:solidFill>
            <a:srgbClr val="000000"/>
          </a:solidFill>
          <a:ln cap="flat" cmpd="sng" w="22300">
            <a:solidFill>
              <a:srgbClr val="FFFFFF"/>
            </a:solidFill>
            <a:prstDash val="solid"/>
            <a:miter lim="8000"/>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en-US" sz="1800" strike="noStrike">
                <a:solidFill>
                  <a:srgbClr val="FFFFFF"/>
                </a:solidFill>
                <a:latin typeface="Calibri"/>
                <a:ea typeface="Calibri"/>
                <a:cs typeface="Calibri"/>
                <a:sym typeface="Calibri"/>
              </a:rPr>
              <a:t>Heap</a:t>
            </a:r>
            <a:endParaRPr b="0" sz="1800" strike="noStrike">
              <a:solidFill>
                <a:srgbClr val="000000"/>
              </a:solidFill>
              <a:latin typeface="Arial"/>
              <a:ea typeface="Arial"/>
              <a:cs typeface="Arial"/>
              <a:sym typeface="Arial"/>
            </a:endParaRPr>
          </a:p>
        </p:txBody>
      </p:sp>
      <p:sp>
        <p:nvSpPr>
          <p:cNvPr id="278" name="Google Shape;278;p61"/>
          <p:cNvSpPr/>
          <p:nvPr/>
        </p:nvSpPr>
        <p:spPr>
          <a:xfrm>
            <a:off x="685800" y="4572000"/>
            <a:ext cx="3122640" cy="455760"/>
          </a:xfrm>
          <a:prstGeom prst="rect">
            <a:avLst/>
          </a:prstGeom>
          <a:solidFill>
            <a:srgbClr val="000000"/>
          </a:solidFill>
          <a:ln cap="flat" cmpd="sng" w="22300">
            <a:solidFill>
              <a:srgbClr val="FFFFFF"/>
            </a:solidFill>
            <a:prstDash val="solid"/>
            <a:miter lim="8000"/>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en-US" sz="1800" strike="noStrike">
                <a:solidFill>
                  <a:srgbClr val="FFFFFF"/>
                </a:solidFill>
                <a:latin typeface="Calibri"/>
                <a:ea typeface="Calibri"/>
                <a:cs typeface="Calibri"/>
                <a:sym typeface="Calibri"/>
              </a:rPr>
              <a:t>unitialized variables</a:t>
            </a:r>
            <a:endParaRPr b="0" sz="1800" strike="noStrike">
              <a:solidFill>
                <a:srgbClr val="000000"/>
              </a:solidFill>
              <a:latin typeface="Arial"/>
              <a:ea typeface="Arial"/>
              <a:cs typeface="Arial"/>
              <a:sym typeface="Arial"/>
            </a:endParaRPr>
          </a:p>
        </p:txBody>
      </p:sp>
      <p:sp>
        <p:nvSpPr>
          <p:cNvPr id="279" name="Google Shape;279;p61"/>
          <p:cNvSpPr/>
          <p:nvPr/>
        </p:nvSpPr>
        <p:spPr>
          <a:xfrm>
            <a:off x="685800" y="5029200"/>
            <a:ext cx="3122640" cy="455760"/>
          </a:xfrm>
          <a:prstGeom prst="rect">
            <a:avLst/>
          </a:prstGeom>
          <a:solidFill>
            <a:srgbClr val="000000"/>
          </a:solidFill>
          <a:ln cap="flat" cmpd="sng" w="22300">
            <a:solidFill>
              <a:srgbClr val="FFFFFF"/>
            </a:solidFill>
            <a:prstDash val="solid"/>
            <a:miter lim="8000"/>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en-US" sz="1800" strike="noStrike">
                <a:solidFill>
                  <a:srgbClr val="FFFFFF"/>
                </a:solidFill>
                <a:latin typeface="Calibri"/>
                <a:ea typeface="Calibri"/>
                <a:cs typeface="Calibri"/>
                <a:sym typeface="Calibri"/>
              </a:rPr>
              <a:t>initialized variables</a:t>
            </a:r>
            <a:endParaRPr b="0" sz="1800" strike="noStrike">
              <a:solidFill>
                <a:srgbClr val="000000"/>
              </a:solidFill>
              <a:latin typeface="Arial"/>
              <a:ea typeface="Arial"/>
              <a:cs typeface="Arial"/>
              <a:sym typeface="Arial"/>
            </a:endParaRPr>
          </a:p>
        </p:txBody>
      </p:sp>
      <p:sp>
        <p:nvSpPr>
          <p:cNvPr id="280" name="Google Shape;280;p61"/>
          <p:cNvSpPr/>
          <p:nvPr/>
        </p:nvSpPr>
        <p:spPr>
          <a:xfrm>
            <a:off x="685800" y="5486400"/>
            <a:ext cx="3122640" cy="455760"/>
          </a:xfrm>
          <a:prstGeom prst="rect">
            <a:avLst/>
          </a:prstGeom>
          <a:solidFill>
            <a:srgbClr val="000000"/>
          </a:solidFill>
          <a:ln cap="flat" cmpd="sng" w="22300">
            <a:solidFill>
              <a:srgbClr val="FFFFFF"/>
            </a:solidFill>
            <a:prstDash val="solid"/>
            <a:miter lim="8000"/>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en-US" sz="1800" strike="noStrike">
                <a:solidFill>
                  <a:srgbClr val="FFFFFF"/>
                </a:solidFill>
                <a:latin typeface="Calibri"/>
                <a:ea typeface="Calibri"/>
                <a:cs typeface="Calibri"/>
                <a:sym typeface="Calibri"/>
              </a:rPr>
              <a:t>code instructions</a:t>
            </a:r>
            <a:endParaRPr b="0" sz="1800" strike="noStrike">
              <a:solidFill>
                <a:srgbClr val="000000"/>
              </a:solidFill>
              <a:latin typeface="Arial"/>
              <a:ea typeface="Arial"/>
              <a:cs typeface="Arial"/>
              <a:sym typeface="Arial"/>
            </a:endParaRPr>
          </a:p>
        </p:txBody>
      </p:sp>
      <p:sp>
        <p:nvSpPr>
          <p:cNvPr id="281" name="Google Shape;281;p61"/>
          <p:cNvSpPr/>
          <p:nvPr/>
        </p:nvSpPr>
        <p:spPr>
          <a:xfrm>
            <a:off x="690480" y="2998080"/>
            <a:ext cx="3122640" cy="455760"/>
          </a:xfrm>
          <a:prstGeom prst="rect">
            <a:avLst/>
          </a:prstGeom>
          <a:solidFill>
            <a:srgbClr val="000000"/>
          </a:solidFill>
          <a:ln cap="flat" cmpd="sng" w="9525">
            <a:solidFill>
              <a:srgbClr val="FFFFFF"/>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61"/>
          <p:cNvSpPr/>
          <p:nvPr/>
        </p:nvSpPr>
        <p:spPr>
          <a:xfrm>
            <a:off x="662400" y="1981080"/>
            <a:ext cx="3122640" cy="2208240"/>
          </a:xfrm>
          <a:prstGeom prst="rect">
            <a:avLst/>
          </a:prstGeom>
          <a:solidFill>
            <a:srgbClr val="000000"/>
          </a:solidFill>
          <a:ln cap="flat" cmpd="sng" w="19075">
            <a:solidFill>
              <a:srgbClr val="5D6F7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61"/>
          <p:cNvSpPr/>
          <p:nvPr/>
        </p:nvSpPr>
        <p:spPr>
          <a:xfrm>
            <a:off x="945360" y="2183040"/>
            <a:ext cx="2590920" cy="363600"/>
          </a:xfrm>
          <a:prstGeom prst="rect">
            <a:avLst/>
          </a:prstGeom>
          <a:solidFill>
            <a:srgbClr val="0D0D0D"/>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0" lang="en-US" sz="1800" strike="noStrike">
                <a:solidFill>
                  <a:srgbClr val="FFFFFF"/>
                </a:solidFill>
                <a:latin typeface="Calibri"/>
                <a:ea typeface="Calibri"/>
                <a:cs typeface="Calibri"/>
                <a:sym typeface="Calibri"/>
              </a:rPr>
              <a:t>Direction of  stack growth</a:t>
            </a:r>
            <a:endParaRPr b="0" sz="1800" strike="noStrike">
              <a:solidFill>
                <a:srgbClr val="000000"/>
              </a:solidFill>
              <a:latin typeface="Arial"/>
              <a:ea typeface="Arial"/>
              <a:cs typeface="Arial"/>
              <a:sym typeface="Arial"/>
            </a:endParaRPr>
          </a:p>
        </p:txBody>
      </p:sp>
      <p:sp>
        <p:nvSpPr>
          <p:cNvPr id="284" name="Google Shape;284;p61"/>
          <p:cNvSpPr/>
          <p:nvPr/>
        </p:nvSpPr>
        <p:spPr>
          <a:xfrm>
            <a:off x="945360" y="3676320"/>
            <a:ext cx="2590920" cy="363600"/>
          </a:xfrm>
          <a:prstGeom prst="rect">
            <a:avLst/>
          </a:prstGeom>
          <a:solidFill>
            <a:srgbClr val="0D0D0D"/>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0" lang="en-US" sz="1800" strike="noStrike">
                <a:solidFill>
                  <a:srgbClr val="FFFFFF"/>
                </a:solidFill>
                <a:latin typeface="Calibri"/>
                <a:ea typeface="Calibri"/>
                <a:cs typeface="Calibri"/>
                <a:sym typeface="Calibri"/>
              </a:rPr>
              <a:t>Direction of  heap growth</a:t>
            </a:r>
            <a:endParaRPr b="0" sz="1800" strike="noStrike">
              <a:solidFill>
                <a:srgbClr val="000000"/>
              </a:solidFill>
              <a:latin typeface="Arial"/>
              <a:ea typeface="Arial"/>
              <a:cs typeface="Arial"/>
              <a:sym typeface="Arial"/>
            </a:endParaRPr>
          </a:p>
        </p:txBody>
      </p:sp>
      <p:sp>
        <p:nvSpPr>
          <p:cNvPr id="285" name="Google Shape;285;p61"/>
          <p:cNvSpPr/>
          <p:nvPr/>
        </p:nvSpPr>
        <p:spPr>
          <a:xfrm>
            <a:off x="2241720" y="2552400"/>
            <a:ext cx="360" cy="672840"/>
          </a:xfrm>
          <a:custGeom>
            <a:rect b="b" l="l" r="r" t="t"/>
            <a:pathLst>
              <a:path extrusionOk="0" h="120000" w="120000">
                <a:moveTo>
                  <a:pt x="0" y="0"/>
                </a:moveTo>
                <a:lnTo>
                  <a:pt x="120000" y="120000"/>
                </a:lnTo>
              </a:path>
            </a:pathLst>
          </a:custGeom>
          <a:noFill/>
          <a:ln cap="flat" cmpd="sng" w="10075">
            <a:solidFill>
              <a:srgbClr val="7E97AD"/>
            </a:solidFill>
            <a:prstDash val="solid"/>
            <a:round/>
            <a:headEnd len="sm" w="sm" type="none"/>
            <a:tailEnd len="med" w="med" type="stealth"/>
          </a:ln>
        </p:spPr>
      </p:sp>
      <p:sp>
        <p:nvSpPr>
          <p:cNvPr id="286" name="Google Shape;286;p61"/>
          <p:cNvSpPr/>
          <p:nvPr/>
        </p:nvSpPr>
        <p:spPr>
          <a:xfrm flipH="1" rot="10800000">
            <a:off x="1907640" y="3067560"/>
            <a:ext cx="360" cy="605880"/>
          </a:xfrm>
          <a:custGeom>
            <a:rect b="b" l="l" r="r" t="t"/>
            <a:pathLst>
              <a:path extrusionOk="0" h="120000" w="120000">
                <a:moveTo>
                  <a:pt x="0" y="0"/>
                </a:moveTo>
                <a:lnTo>
                  <a:pt x="120000" y="120000"/>
                </a:lnTo>
              </a:path>
            </a:pathLst>
          </a:custGeom>
          <a:noFill/>
          <a:ln cap="flat" cmpd="sng" w="10075">
            <a:solidFill>
              <a:srgbClr val="7E97AD"/>
            </a:solidFill>
            <a:prstDash val="solid"/>
            <a:round/>
            <a:headEnd len="sm" w="sm" type="none"/>
            <a:tailEnd len="med" w="med" type="stealth"/>
          </a:ln>
        </p:spPr>
      </p:sp>
    </p:spTree>
  </p:cSld>
  <p:clrMapOvr>
    <a:masterClrMapping/>
  </p:clrMapOvr>
  <p:transition spd="slow">
    <p:fade thruBlk="1"/>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gradFill>
          <a:gsLst>
            <a:gs pos="0">
              <a:srgbClr val="262626"/>
            </a:gs>
            <a:gs pos="100000">
              <a:schemeClr val="dk1"/>
            </a:gs>
          </a:gsLst>
          <a:lin ang="5400000" scaled="0"/>
        </a:gradFill>
      </p:bgPr>
    </p:bg>
    <p:spTree>
      <p:nvGrpSpPr>
        <p:cNvPr id="290" name="Shape 290"/>
        <p:cNvGrpSpPr/>
        <p:nvPr/>
      </p:nvGrpSpPr>
      <p:grpSpPr>
        <a:xfrm>
          <a:off x="0" y="0"/>
          <a:ext cx="0" cy="0"/>
          <a:chOff x="0" y="0"/>
          <a:chExt cx="0" cy="0"/>
        </a:xfrm>
      </p:grpSpPr>
      <p:pic>
        <p:nvPicPr>
          <p:cNvPr id="291" name="Google Shape;291;p62"/>
          <p:cNvPicPr preferRelativeResize="0"/>
          <p:nvPr/>
        </p:nvPicPr>
        <p:blipFill rotWithShape="1">
          <a:blip r:embed="rId3">
            <a:alphaModFix/>
          </a:blip>
          <a:srcRect b="0" l="0" r="0" t="0"/>
          <a:stretch/>
        </p:blipFill>
        <p:spPr>
          <a:xfrm>
            <a:off x="467640" y="493920"/>
            <a:ext cx="3166920" cy="5187600"/>
          </a:xfrm>
          <a:prstGeom prst="rect">
            <a:avLst/>
          </a:prstGeom>
          <a:noFill/>
          <a:ln>
            <a:noFill/>
          </a:ln>
        </p:spPr>
      </p:pic>
      <p:pic>
        <p:nvPicPr>
          <p:cNvPr id="292" name="Google Shape;292;p62"/>
          <p:cNvPicPr preferRelativeResize="0"/>
          <p:nvPr/>
        </p:nvPicPr>
        <p:blipFill rotWithShape="1">
          <a:blip r:embed="rId4">
            <a:alphaModFix/>
          </a:blip>
          <a:srcRect b="0" l="0" r="0" t="0"/>
          <a:stretch/>
        </p:blipFill>
        <p:spPr>
          <a:xfrm>
            <a:off x="4778280" y="304920"/>
            <a:ext cx="3962520" cy="5865840"/>
          </a:xfrm>
          <a:prstGeom prst="rect">
            <a:avLst/>
          </a:prstGeom>
          <a:noFill/>
          <a:ln>
            <a:noFill/>
          </a:ln>
        </p:spPr>
      </p:pic>
      <p:pic>
        <p:nvPicPr>
          <p:cNvPr id="293" name="Google Shape;293;p62"/>
          <p:cNvPicPr preferRelativeResize="0"/>
          <p:nvPr/>
        </p:nvPicPr>
        <p:blipFill rotWithShape="1">
          <a:blip r:embed="rId3">
            <a:alphaModFix/>
          </a:blip>
          <a:srcRect b="0" l="0" r="0" t="0"/>
          <a:stretch/>
        </p:blipFill>
        <p:spPr>
          <a:xfrm>
            <a:off x="467640" y="275760"/>
            <a:ext cx="3884760" cy="5865840"/>
          </a:xfrm>
          <a:prstGeom prst="rect">
            <a:avLst/>
          </a:prstGeom>
          <a:noFill/>
          <a:ln>
            <a:noFill/>
          </a:ln>
        </p:spPr>
      </p:pic>
      <p:sp>
        <p:nvSpPr>
          <p:cNvPr id="294" name="Google Shape;294;p62"/>
          <p:cNvSpPr/>
          <p:nvPr/>
        </p:nvSpPr>
        <p:spPr>
          <a:xfrm>
            <a:off x="380880" y="6324480"/>
            <a:ext cx="3961080" cy="6984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1" lang="en-US" sz="2000" strike="noStrike">
                <a:solidFill>
                  <a:srgbClr val="FFFFFF"/>
                </a:solidFill>
                <a:latin typeface="Arial"/>
                <a:ea typeface="Arial"/>
                <a:cs typeface="Arial"/>
                <a:sym typeface="Arial"/>
              </a:rPr>
              <a:t>             (i)  Before the attack </a:t>
            </a:r>
            <a:endParaRPr b="0" sz="1800" strike="noStrike">
              <a:solidFill>
                <a:srgbClr val="000000"/>
              </a:solidFill>
              <a:latin typeface="Arial"/>
              <a:ea typeface="Arial"/>
              <a:cs typeface="Arial"/>
              <a:sym typeface="Arial"/>
            </a:endParaRPr>
          </a:p>
        </p:txBody>
      </p:sp>
      <p:sp>
        <p:nvSpPr>
          <p:cNvPr id="295" name="Google Shape;295;p62"/>
          <p:cNvSpPr/>
          <p:nvPr/>
        </p:nvSpPr>
        <p:spPr>
          <a:xfrm>
            <a:off x="4648320" y="6324480"/>
            <a:ext cx="4265640" cy="6984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1" lang="en-US" sz="2000" strike="noStrike">
                <a:solidFill>
                  <a:srgbClr val="FFFFFF"/>
                </a:solidFill>
                <a:latin typeface="Arial"/>
                <a:ea typeface="Arial"/>
                <a:cs typeface="Arial"/>
                <a:sym typeface="Arial"/>
              </a:rPr>
              <a:t> (ii)  After injecting the  attack code </a:t>
            </a:r>
            <a:endParaRPr b="0" sz="1800"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gradFill>
          <a:gsLst>
            <a:gs pos="0">
              <a:srgbClr val="262626"/>
            </a:gs>
            <a:gs pos="100000">
              <a:schemeClr val="dk1"/>
            </a:gs>
          </a:gsLst>
          <a:lin ang="5400000" scaled="0"/>
        </a:gradFill>
      </p:bgPr>
    </p:bg>
    <p:spTree>
      <p:nvGrpSpPr>
        <p:cNvPr id="299" name="Shape 299"/>
        <p:cNvGrpSpPr/>
        <p:nvPr/>
      </p:nvGrpSpPr>
      <p:grpSpPr>
        <a:xfrm>
          <a:off x="0" y="0"/>
          <a:ext cx="0" cy="0"/>
          <a:chOff x="0" y="0"/>
          <a:chExt cx="0" cy="0"/>
        </a:xfrm>
      </p:grpSpPr>
      <p:pic>
        <p:nvPicPr>
          <p:cNvPr id="300" name="Google Shape;300;p63"/>
          <p:cNvPicPr preferRelativeResize="0"/>
          <p:nvPr/>
        </p:nvPicPr>
        <p:blipFill rotWithShape="1">
          <a:blip r:embed="rId3">
            <a:alphaModFix/>
          </a:blip>
          <a:srcRect b="0" l="0" r="0" t="0"/>
          <a:stretch/>
        </p:blipFill>
        <p:spPr>
          <a:xfrm>
            <a:off x="2890266" y="449028"/>
            <a:ext cx="3590434" cy="5090638"/>
          </a:xfrm>
          <a:prstGeom prst="rect">
            <a:avLst/>
          </a:prstGeom>
          <a:noFill/>
          <a:ln>
            <a:noFill/>
          </a:ln>
        </p:spPr>
      </p:pic>
      <p:sp>
        <p:nvSpPr>
          <p:cNvPr id="301" name="Google Shape;301;p63"/>
          <p:cNvSpPr/>
          <p:nvPr/>
        </p:nvSpPr>
        <p:spPr>
          <a:xfrm>
            <a:off x="2890266" y="6159600"/>
            <a:ext cx="3590434" cy="6984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0" lang="en-US" sz="2000" strike="noStrike">
                <a:solidFill>
                  <a:srgbClr val="FFFFFF"/>
                </a:solidFill>
                <a:latin typeface="Arial"/>
                <a:ea typeface="Arial"/>
                <a:cs typeface="Arial"/>
                <a:sym typeface="Arial"/>
              </a:rPr>
              <a:t>   (iii)  Executing the attack code </a:t>
            </a:r>
            <a:endParaRPr b="0" sz="1800"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gradFill>
          <a:gsLst>
            <a:gs pos="0">
              <a:srgbClr val="262626"/>
            </a:gs>
            <a:gs pos="100000">
              <a:schemeClr val="dk1"/>
            </a:gs>
          </a:gsLst>
          <a:lin ang="5400000" scaled="0"/>
        </a:gradFill>
      </p:bgPr>
    </p:bg>
    <p:spTree>
      <p:nvGrpSpPr>
        <p:cNvPr id="305" name="Shape 305"/>
        <p:cNvGrpSpPr/>
        <p:nvPr/>
      </p:nvGrpSpPr>
      <p:grpSpPr>
        <a:xfrm>
          <a:off x="0" y="0"/>
          <a:ext cx="0" cy="0"/>
          <a:chOff x="0" y="0"/>
          <a:chExt cx="0" cy="0"/>
        </a:xfrm>
      </p:grpSpPr>
      <p:sp>
        <p:nvSpPr>
          <p:cNvPr id="306" name="Google Shape;306;p64"/>
          <p:cNvSpPr/>
          <p:nvPr/>
        </p:nvSpPr>
        <p:spPr>
          <a:xfrm>
            <a:off x="515880" y="324360"/>
            <a:ext cx="7921440" cy="723600"/>
          </a:xfrm>
          <a:prstGeom prst="rect">
            <a:avLst/>
          </a:prstGeom>
          <a:noFill/>
          <a:ln>
            <a:noFill/>
          </a:ln>
        </p:spPr>
        <p:txBody>
          <a:bodyPr anchorCtr="0" anchor="b" bIns="45000" lIns="90000" spcFirstLastPara="1" rIns="90000" wrap="square" tIns="45000">
            <a:noAutofit/>
          </a:bodyPr>
          <a:lstStyle/>
          <a:p>
            <a:pPr indent="0" lvl="0" marL="0" marR="0" rtl="0" algn="l">
              <a:lnSpc>
                <a:spcPct val="100000"/>
              </a:lnSpc>
              <a:spcBef>
                <a:spcPts val="0"/>
              </a:spcBef>
              <a:spcAft>
                <a:spcPts val="0"/>
              </a:spcAft>
              <a:buNone/>
            </a:pPr>
            <a:r>
              <a:rPr b="0" lang="en-US" sz="4600" u="sng" cap="none" strike="noStrike">
                <a:solidFill>
                  <a:srgbClr val="FFFFFF"/>
                </a:solidFill>
                <a:latin typeface="Cambria"/>
                <a:ea typeface="Cambria"/>
                <a:cs typeface="Cambria"/>
                <a:sym typeface="Cambria"/>
              </a:rPr>
              <a:t>STACK OVERFLOW EXAMPLE</a:t>
            </a:r>
            <a:endParaRPr b="0" sz="1800" strike="noStrike">
              <a:solidFill>
                <a:srgbClr val="000000"/>
              </a:solidFill>
              <a:latin typeface="Arial"/>
              <a:ea typeface="Arial"/>
              <a:cs typeface="Arial"/>
              <a:sym typeface="Arial"/>
            </a:endParaRPr>
          </a:p>
        </p:txBody>
      </p:sp>
      <p:pic>
        <p:nvPicPr>
          <p:cNvPr id="307" name="Google Shape;307;p64"/>
          <p:cNvPicPr preferRelativeResize="0"/>
          <p:nvPr/>
        </p:nvPicPr>
        <p:blipFill rotWithShape="1">
          <a:blip r:embed="rId3">
            <a:alphaModFix/>
          </a:blip>
          <a:srcRect b="0" l="0" r="0" t="0"/>
          <a:stretch/>
        </p:blipFill>
        <p:spPr>
          <a:xfrm>
            <a:off x="609480" y="1117440"/>
            <a:ext cx="8063280" cy="5180400"/>
          </a:xfrm>
          <a:prstGeom prst="rect">
            <a:avLst/>
          </a:prstGeom>
          <a:noFill/>
          <a:ln>
            <a:noFill/>
          </a:ln>
        </p:spPr>
      </p:pic>
    </p:spTree>
  </p:cSld>
  <p:clrMapOvr>
    <a:masterClrMapping/>
  </p:clrMapOvr>
  <p:transition spd="slow">
    <p:fade thruBlk="1"/>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gradFill>
          <a:gsLst>
            <a:gs pos="0">
              <a:srgbClr val="262626"/>
            </a:gs>
            <a:gs pos="100000">
              <a:schemeClr val="dk1"/>
            </a:gs>
          </a:gsLst>
          <a:lin ang="5400000" scaled="0"/>
        </a:gradFill>
      </p:bgPr>
    </p:bg>
    <p:spTree>
      <p:nvGrpSpPr>
        <p:cNvPr id="311" name="Shape 311"/>
        <p:cNvGrpSpPr/>
        <p:nvPr/>
      </p:nvGrpSpPr>
      <p:grpSpPr>
        <a:xfrm>
          <a:off x="0" y="0"/>
          <a:ext cx="0" cy="0"/>
          <a:chOff x="0" y="0"/>
          <a:chExt cx="0" cy="0"/>
        </a:xfrm>
      </p:grpSpPr>
      <p:sp>
        <p:nvSpPr>
          <p:cNvPr id="312" name="Google Shape;312;p65"/>
          <p:cNvSpPr/>
          <p:nvPr/>
        </p:nvSpPr>
        <p:spPr>
          <a:xfrm>
            <a:off x="609480" y="274680"/>
            <a:ext cx="7923240" cy="1141560"/>
          </a:xfrm>
          <a:prstGeom prst="rect">
            <a:avLst/>
          </a:prstGeom>
          <a:noFill/>
          <a:ln>
            <a:noFill/>
          </a:ln>
        </p:spPr>
        <p:txBody>
          <a:bodyPr anchorCtr="0" anchor="b" bIns="45000" lIns="90000" spcFirstLastPara="1" rIns="90000" wrap="square" tIns="45000">
            <a:noAutofit/>
          </a:bodyPr>
          <a:lstStyle/>
          <a:p>
            <a:pPr indent="0" lvl="0" marL="0" marR="0" rtl="0" algn="ctr">
              <a:lnSpc>
                <a:spcPct val="100000"/>
              </a:lnSpc>
              <a:spcBef>
                <a:spcPts val="0"/>
              </a:spcBef>
              <a:spcAft>
                <a:spcPts val="0"/>
              </a:spcAft>
              <a:buNone/>
            </a:pPr>
            <a:r>
              <a:rPr b="0" lang="en-US" sz="8000" u="sng" cap="none" strike="noStrike">
                <a:solidFill>
                  <a:srgbClr val="FFFFFF"/>
                </a:solidFill>
                <a:latin typeface="Cambria"/>
                <a:ea typeface="Cambria"/>
                <a:cs typeface="Cambria"/>
                <a:sym typeface="Cambria"/>
              </a:rPr>
              <a:t>OUTPUT</a:t>
            </a:r>
            <a:endParaRPr b="0" sz="1800" strike="noStrike">
              <a:solidFill>
                <a:srgbClr val="000000"/>
              </a:solidFill>
              <a:latin typeface="Arial"/>
              <a:ea typeface="Arial"/>
              <a:cs typeface="Arial"/>
              <a:sym typeface="Arial"/>
            </a:endParaRPr>
          </a:p>
        </p:txBody>
      </p:sp>
      <p:pic>
        <p:nvPicPr>
          <p:cNvPr id="313" name="Google Shape;313;p65"/>
          <p:cNvPicPr preferRelativeResize="0"/>
          <p:nvPr/>
        </p:nvPicPr>
        <p:blipFill rotWithShape="1">
          <a:blip r:embed="rId3">
            <a:alphaModFix/>
          </a:blip>
          <a:srcRect b="0" l="0" r="0" t="0"/>
          <a:stretch/>
        </p:blipFill>
        <p:spPr>
          <a:xfrm>
            <a:off x="609480" y="1625760"/>
            <a:ext cx="8063280" cy="4456800"/>
          </a:xfrm>
          <a:prstGeom prst="rect">
            <a:avLst/>
          </a:prstGeom>
          <a:noFill/>
          <a:ln>
            <a:noFill/>
          </a:ln>
        </p:spPr>
      </p:pic>
    </p:spTree>
  </p:cSld>
  <p:clrMapOvr>
    <a:masterClrMapping/>
  </p:clrMapOvr>
  <p:transition spd="slow">
    <p:fade thruBlk="1"/>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gradFill>
          <a:gsLst>
            <a:gs pos="0">
              <a:srgbClr val="262626"/>
            </a:gs>
            <a:gs pos="100000">
              <a:schemeClr val="dk1"/>
            </a:gs>
          </a:gsLst>
          <a:lin ang="5400000" scaled="0"/>
        </a:gradFill>
      </p:bgPr>
    </p:bg>
    <p:spTree>
      <p:nvGrpSpPr>
        <p:cNvPr id="317" name="Shape 317"/>
        <p:cNvGrpSpPr/>
        <p:nvPr/>
      </p:nvGrpSpPr>
      <p:grpSpPr>
        <a:xfrm>
          <a:off x="0" y="0"/>
          <a:ext cx="0" cy="0"/>
          <a:chOff x="0" y="0"/>
          <a:chExt cx="0" cy="0"/>
        </a:xfrm>
      </p:grpSpPr>
      <p:sp>
        <p:nvSpPr>
          <p:cNvPr id="318" name="Google Shape;318;p66"/>
          <p:cNvSpPr/>
          <p:nvPr/>
        </p:nvSpPr>
        <p:spPr>
          <a:xfrm>
            <a:off x="457200" y="274680"/>
            <a:ext cx="8228160" cy="1141560"/>
          </a:xfrm>
          <a:prstGeom prst="rect">
            <a:avLst/>
          </a:prstGeom>
          <a:noFill/>
          <a:ln>
            <a:noFill/>
          </a:ln>
        </p:spPr>
        <p:txBody>
          <a:bodyPr anchorCtr="0" anchor="b" bIns="45000" lIns="90000" spcFirstLastPara="1" rIns="90000" wrap="square" tIns="45000">
            <a:noAutofit/>
          </a:bodyPr>
          <a:lstStyle/>
          <a:p>
            <a:pPr indent="0" lvl="0" marL="0" marR="0" rtl="0" algn="ctr">
              <a:lnSpc>
                <a:spcPct val="100000"/>
              </a:lnSpc>
              <a:spcBef>
                <a:spcPts val="0"/>
              </a:spcBef>
              <a:spcAft>
                <a:spcPts val="0"/>
              </a:spcAft>
              <a:buNone/>
            </a:pPr>
            <a:r>
              <a:rPr b="0" lang="en-US" sz="4000" u="sng" cap="none" strike="noStrike">
                <a:solidFill>
                  <a:srgbClr val="FFFFFF"/>
                </a:solidFill>
                <a:latin typeface="Cambria"/>
                <a:ea typeface="Cambria"/>
                <a:cs typeface="Cambria"/>
                <a:sym typeface="Cambria"/>
              </a:rPr>
              <a:t>COMMON UNSAFE C FUNCTIONS</a:t>
            </a:r>
            <a:endParaRPr b="0" sz="1800" strike="noStrike">
              <a:solidFill>
                <a:srgbClr val="000000"/>
              </a:solidFill>
              <a:latin typeface="Arial"/>
              <a:ea typeface="Arial"/>
              <a:cs typeface="Arial"/>
              <a:sym typeface="Arial"/>
            </a:endParaRPr>
          </a:p>
        </p:txBody>
      </p:sp>
      <p:sp>
        <p:nvSpPr>
          <p:cNvPr id="319" name="Google Shape;319;p66"/>
          <p:cNvSpPr/>
          <p:nvPr/>
        </p:nvSpPr>
        <p:spPr>
          <a:xfrm>
            <a:off x="395640" y="1782360"/>
            <a:ext cx="8351640" cy="4246920"/>
          </a:xfrm>
          <a:prstGeom prst="rect">
            <a:avLst/>
          </a:prstGeom>
          <a:solidFill>
            <a:srgbClr val="000000"/>
          </a:solidFill>
          <a:ln cap="flat" cmpd="sng" w="19075">
            <a:solidFill>
              <a:srgbClr val="5D6F7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66"/>
          <p:cNvSpPr/>
          <p:nvPr/>
        </p:nvSpPr>
        <p:spPr>
          <a:xfrm>
            <a:off x="750240" y="1845000"/>
            <a:ext cx="7492680" cy="36792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21" name="Google Shape;321;p66"/>
          <p:cNvPicPr preferRelativeResize="0"/>
          <p:nvPr/>
        </p:nvPicPr>
        <p:blipFill rotWithShape="1">
          <a:blip r:embed="rId3">
            <a:alphaModFix/>
          </a:blip>
          <a:srcRect b="0" l="0" r="0" t="0"/>
          <a:stretch/>
        </p:blipFill>
        <p:spPr>
          <a:xfrm>
            <a:off x="611640" y="2949480"/>
            <a:ext cx="7769880" cy="2206080"/>
          </a:xfrm>
          <a:prstGeom prst="rect">
            <a:avLst/>
          </a:prstGeom>
          <a:noFill/>
          <a:ln>
            <a:noFill/>
          </a:ln>
        </p:spPr>
      </p:pic>
    </p:spTree>
  </p:cSld>
  <p:clrMapOvr>
    <a:masterClrMapping/>
  </p:clrMapOvr>
  <p:transition spd="slow">
    <p:fade thruBlk="1"/>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gradFill>
          <a:gsLst>
            <a:gs pos="0">
              <a:srgbClr val="262626"/>
            </a:gs>
            <a:gs pos="100000">
              <a:schemeClr val="dk1"/>
            </a:gs>
          </a:gsLst>
          <a:lin ang="5400000" scaled="0"/>
        </a:gradFill>
      </p:bgPr>
    </p:bg>
    <p:spTree>
      <p:nvGrpSpPr>
        <p:cNvPr id="325" name="Shape 325"/>
        <p:cNvGrpSpPr/>
        <p:nvPr/>
      </p:nvGrpSpPr>
      <p:grpSpPr>
        <a:xfrm>
          <a:off x="0" y="0"/>
          <a:ext cx="0" cy="0"/>
          <a:chOff x="0" y="0"/>
          <a:chExt cx="0" cy="0"/>
        </a:xfrm>
      </p:grpSpPr>
      <p:sp>
        <p:nvSpPr>
          <p:cNvPr id="326" name="Google Shape;326;p67"/>
          <p:cNvSpPr/>
          <p:nvPr/>
        </p:nvSpPr>
        <p:spPr>
          <a:xfrm>
            <a:off x="609480" y="274680"/>
            <a:ext cx="7923240" cy="1141560"/>
          </a:xfrm>
          <a:prstGeom prst="rect">
            <a:avLst/>
          </a:prstGeom>
          <a:noFill/>
          <a:ln>
            <a:noFill/>
          </a:ln>
        </p:spPr>
        <p:txBody>
          <a:bodyPr anchorCtr="0" anchor="b" bIns="45000" lIns="90000" spcFirstLastPara="1" rIns="90000" wrap="square" tIns="45000">
            <a:noAutofit/>
          </a:bodyPr>
          <a:lstStyle/>
          <a:p>
            <a:pPr indent="0" lvl="0" marL="0" marR="0" rtl="0" algn="ctr">
              <a:lnSpc>
                <a:spcPct val="100000"/>
              </a:lnSpc>
              <a:spcBef>
                <a:spcPts val="0"/>
              </a:spcBef>
              <a:spcAft>
                <a:spcPts val="0"/>
              </a:spcAft>
              <a:buNone/>
            </a:pPr>
            <a:r>
              <a:rPr b="0" lang="en-US" sz="4400" u="sng" cap="none" strike="noStrike">
                <a:solidFill>
                  <a:srgbClr val="FFFFFF"/>
                </a:solidFill>
                <a:latin typeface="Cambria"/>
                <a:ea typeface="Cambria"/>
                <a:cs typeface="Cambria"/>
                <a:sym typeface="Cambria"/>
              </a:rPr>
              <a:t>BUFFER OVERFLOW DEFENSES</a:t>
            </a:r>
            <a:endParaRPr b="0" sz="1800" strike="noStrike">
              <a:solidFill>
                <a:srgbClr val="000000"/>
              </a:solidFill>
              <a:latin typeface="Arial"/>
              <a:ea typeface="Arial"/>
              <a:cs typeface="Arial"/>
              <a:sym typeface="Arial"/>
            </a:endParaRPr>
          </a:p>
        </p:txBody>
      </p:sp>
      <p:sp>
        <p:nvSpPr>
          <p:cNvPr id="327" name="Google Shape;327;p67"/>
          <p:cNvSpPr/>
          <p:nvPr/>
        </p:nvSpPr>
        <p:spPr>
          <a:xfrm>
            <a:off x="609480" y="1600200"/>
            <a:ext cx="7923240" cy="4113360"/>
          </a:xfrm>
          <a:prstGeom prst="rect">
            <a:avLst/>
          </a:prstGeom>
          <a:noFill/>
          <a:ln>
            <a:noFill/>
          </a:ln>
        </p:spPr>
        <p:txBody>
          <a:bodyPr anchorCtr="0" anchor="t" bIns="45000" lIns="90000" spcFirstLastPara="1" rIns="90000" wrap="square" tIns="45000">
            <a:noAutofit/>
          </a:bodyPr>
          <a:lstStyle/>
          <a:p>
            <a:pPr indent="-343080" lvl="0" marL="343080" marR="0" rtl="0" algn="l">
              <a:lnSpc>
                <a:spcPct val="100000"/>
              </a:lnSpc>
              <a:spcBef>
                <a:spcPts val="0"/>
              </a:spcBef>
              <a:spcAft>
                <a:spcPts val="0"/>
              </a:spcAft>
              <a:buClr>
                <a:srgbClr val="DC9E1F"/>
              </a:buClr>
              <a:buSzPts val="2900"/>
              <a:buFont typeface="Noto Sans Symbols"/>
              <a:buChar char="➢"/>
            </a:pPr>
            <a:r>
              <a:rPr b="0" lang="en-US" sz="2900" strike="noStrike">
                <a:solidFill>
                  <a:srgbClr val="FFFFFF"/>
                </a:solidFill>
                <a:latin typeface="Calibri"/>
                <a:ea typeface="Calibri"/>
                <a:cs typeface="Calibri"/>
                <a:sym typeface="Calibri"/>
              </a:rPr>
              <a:t>Buffer overflows are widely exploited</a:t>
            </a:r>
            <a:endParaRPr b="0" sz="1800" strike="noStrike">
              <a:solidFill>
                <a:srgbClr val="000000"/>
              </a:solidFill>
              <a:latin typeface="Arial"/>
              <a:ea typeface="Arial"/>
              <a:cs typeface="Arial"/>
              <a:sym typeface="Arial"/>
            </a:endParaRPr>
          </a:p>
          <a:p>
            <a:pPr indent="-343080" lvl="0" marL="343080" marR="0" rtl="0" algn="l">
              <a:lnSpc>
                <a:spcPct val="100000"/>
              </a:lnSpc>
              <a:spcBef>
                <a:spcPts val="0"/>
              </a:spcBef>
              <a:spcAft>
                <a:spcPts val="0"/>
              </a:spcAft>
              <a:buClr>
                <a:srgbClr val="DC9E1F"/>
              </a:buClr>
              <a:buSzPts val="2900"/>
              <a:buFont typeface="Noto Sans Symbols"/>
              <a:buChar char="➢"/>
            </a:pPr>
            <a:r>
              <a:rPr b="0" lang="en-US" sz="2900" strike="noStrike">
                <a:solidFill>
                  <a:srgbClr val="FFFFFF"/>
                </a:solidFill>
                <a:latin typeface="Calibri"/>
                <a:ea typeface="Calibri"/>
                <a:cs typeface="Calibri"/>
                <a:sym typeface="Calibri"/>
              </a:rPr>
              <a:t>Large amount of vulnerable code in use</a:t>
            </a:r>
            <a:endParaRPr b="0" sz="1800" strike="noStrike">
              <a:solidFill>
                <a:srgbClr val="000000"/>
              </a:solidFill>
              <a:latin typeface="Arial"/>
              <a:ea typeface="Arial"/>
              <a:cs typeface="Arial"/>
              <a:sym typeface="Arial"/>
            </a:endParaRPr>
          </a:p>
          <a:p>
            <a:pPr indent="-285840" lvl="1" marL="743040" marR="0" rtl="0" algn="l">
              <a:lnSpc>
                <a:spcPct val="100000"/>
              </a:lnSpc>
              <a:spcBef>
                <a:spcPts val="0"/>
              </a:spcBef>
              <a:spcAft>
                <a:spcPts val="0"/>
              </a:spcAft>
              <a:buClr>
                <a:srgbClr val="DC9E1F"/>
              </a:buClr>
              <a:buSzPts val="2900"/>
              <a:buFont typeface="Noto Sans Symbols"/>
              <a:buChar char="❖"/>
            </a:pPr>
            <a:r>
              <a:rPr b="0" i="0" lang="en-US" sz="2900" u="none" cap="none" strike="noStrike">
                <a:solidFill>
                  <a:srgbClr val="FFFFFF"/>
                </a:solidFill>
                <a:latin typeface="Calibri"/>
                <a:ea typeface="Calibri"/>
                <a:cs typeface="Calibri"/>
                <a:sym typeface="Calibri"/>
              </a:rPr>
              <a:t>  despite cause and countermeasures known</a:t>
            </a:r>
            <a:endParaRPr b="0" i="0" sz="1800" u="none" cap="none" strike="noStrike">
              <a:solidFill>
                <a:srgbClr val="000000"/>
              </a:solidFill>
              <a:latin typeface="Arial"/>
              <a:ea typeface="Arial"/>
              <a:cs typeface="Arial"/>
              <a:sym typeface="Arial"/>
            </a:endParaRPr>
          </a:p>
          <a:p>
            <a:pPr indent="-343080" lvl="0" marL="343080" marR="0" rtl="0" algn="l">
              <a:lnSpc>
                <a:spcPct val="100000"/>
              </a:lnSpc>
              <a:spcBef>
                <a:spcPts val="0"/>
              </a:spcBef>
              <a:spcAft>
                <a:spcPts val="0"/>
              </a:spcAft>
              <a:buClr>
                <a:srgbClr val="DC9E1F"/>
              </a:buClr>
              <a:buSzPts val="2900"/>
              <a:buFont typeface="Noto Sans Symbols"/>
              <a:buChar char="➢"/>
            </a:pPr>
            <a:r>
              <a:rPr b="0" lang="en-US" sz="2900" strike="noStrike">
                <a:solidFill>
                  <a:srgbClr val="FFFFFF"/>
                </a:solidFill>
                <a:latin typeface="Calibri"/>
                <a:ea typeface="Calibri"/>
                <a:cs typeface="Calibri"/>
                <a:sym typeface="Calibri"/>
              </a:rPr>
              <a:t>Two broad defense approaches</a:t>
            </a:r>
            <a:endParaRPr b="0" sz="1800" strike="noStrike">
              <a:solidFill>
                <a:srgbClr val="000000"/>
              </a:solidFill>
              <a:latin typeface="Arial"/>
              <a:ea typeface="Arial"/>
              <a:cs typeface="Arial"/>
              <a:sym typeface="Arial"/>
            </a:endParaRPr>
          </a:p>
          <a:p>
            <a:pPr indent="-285840" lvl="1" marL="743040" marR="0" rtl="0" algn="l">
              <a:lnSpc>
                <a:spcPct val="100000"/>
              </a:lnSpc>
              <a:spcBef>
                <a:spcPts val="0"/>
              </a:spcBef>
              <a:spcAft>
                <a:spcPts val="0"/>
              </a:spcAft>
              <a:buClr>
                <a:srgbClr val="DC9E1F"/>
              </a:buClr>
              <a:buSzPts val="2900"/>
              <a:buFont typeface="Noto Sans Symbols"/>
              <a:buChar char="❖"/>
            </a:pPr>
            <a:r>
              <a:rPr b="0" i="0" lang="en-US" sz="2900" u="none" cap="none" strike="noStrike">
                <a:solidFill>
                  <a:srgbClr val="FFFFFF"/>
                </a:solidFill>
                <a:latin typeface="Calibri"/>
                <a:ea typeface="Calibri"/>
                <a:cs typeface="Calibri"/>
                <a:sym typeface="Calibri"/>
              </a:rPr>
              <a:t> compile-time - harden new programs</a:t>
            </a:r>
            <a:endParaRPr b="0" i="0" sz="1800" u="none" cap="none" strike="noStrike">
              <a:solidFill>
                <a:srgbClr val="000000"/>
              </a:solidFill>
              <a:latin typeface="Arial"/>
              <a:ea typeface="Arial"/>
              <a:cs typeface="Arial"/>
              <a:sym typeface="Arial"/>
            </a:endParaRPr>
          </a:p>
          <a:p>
            <a:pPr indent="-285840" lvl="1" marL="743040" marR="0" rtl="0" algn="l">
              <a:lnSpc>
                <a:spcPct val="100000"/>
              </a:lnSpc>
              <a:spcBef>
                <a:spcPts val="0"/>
              </a:spcBef>
              <a:spcAft>
                <a:spcPts val="0"/>
              </a:spcAft>
              <a:buClr>
                <a:srgbClr val="DC9E1F"/>
              </a:buClr>
              <a:buSzPts val="2900"/>
              <a:buFont typeface="Noto Sans Symbols"/>
              <a:buChar char="❖"/>
            </a:pPr>
            <a:r>
              <a:rPr b="0" i="0" lang="en-US" sz="2900" u="none" cap="none" strike="noStrike">
                <a:solidFill>
                  <a:srgbClr val="FFFFFF"/>
                </a:solidFill>
                <a:latin typeface="Calibri"/>
                <a:ea typeface="Calibri"/>
                <a:cs typeface="Calibri"/>
                <a:sym typeface="Calibri"/>
              </a:rPr>
              <a:t> run-time - handle attacks on existing      programs </a:t>
            </a:r>
            <a:endParaRPr b="0" i="0" sz="1800" u="none" cap="none" strike="noStrike">
              <a:solidFill>
                <a:srgbClr val="000000"/>
              </a:solidFill>
              <a:latin typeface="Arial"/>
              <a:ea typeface="Arial"/>
              <a:cs typeface="Arial"/>
              <a:sym typeface="Arial"/>
            </a:endParaRPr>
          </a:p>
        </p:txBody>
      </p:sp>
    </p:spTree>
  </p:cSld>
  <p:clrMapOvr>
    <a:masterClrMapping/>
  </p:clrMapOvr>
  <p:transition spd="slow">
    <p:fade thruBlk="1"/>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gradFill>
          <a:gsLst>
            <a:gs pos="0">
              <a:srgbClr val="262626"/>
            </a:gs>
            <a:gs pos="100000">
              <a:schemeClr val="dk1"/>
            </a:gs>
          </a:gsLst>
          <a:lin ang="5400000" scaled="0"/>
        </a:gradFill>
      </p:bgPr>
    </p:bg>
    <p:spTree>
      <p:nvGrpSpPr>
        <p:cNvPr id="331" name="Shape 331"/>
        <p:cNvGrpSpPr/>
        <p:nvPr/>
      </p:nvGrpSpPr>
      <p:grpSpPr>
        <a:xfrm>
          <a:off x="0" y="0"/>
          <a:ext cx="0" cy="0"/>
          <a:chOff x="0" y="0"/>
          <a:chExt cx="0" cy="0"/>
        </a:xfrm>
      </p:grpSpPr>
      <p:sp>
        <p:nvSpPr>
          <p:cNvPr id="332" name="Google Shape;332;p68"/>
          <p:cNvSpPr/>
          <p:nvPr/>
        </p:nvSpPr>
        <p:spPr>
          <a:xfrm>
            <a:off x="1403640" y="116640"/>
            <a:ext cx="6646320" cy="1091520"/>
          </a:xfrm>
          <a:prstGeom prst="rect">
            <a:avLst/>
          </a:prstGeom>
          <a:solidFill>
            <a:srgbClr val="262626"/>
          </a:solidFill>
          <a:ln cap="flat" cmpd="sng" w="19075">
            <a:solidFill>
              <a:srgbClr val="5D6F7F"/>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en-US" sz="4800" u="sng" strike="noStrike">
                <a:solidFill>
                  <a:srgbClr val="FFFFFF"/>
                </a:solidFill>
                <a:latin typeface="Calibri"/>
                <a:ea typeface="Calibri"/>
                <a:cs typeface="Calibri"/>
                <a:sym typeface="Calibri"/>
              </a:rPr>
              <a:t>Compile-Time Defenses</a:t>
            </a:r>
            <a:endParaRPr b="0" sz="1800" strike="noStrike">
              <a:solidFill>
                <a:srgbClr val="000000"/>
              </a:solidFill>
              <a:latin typeface="Arial"/>
              <a:ea typeface="Arial"/>
              <a:cs typeface="Arial"/>
              <a:sym typeface="Arial"/>
            </a:endParaRPr>
          </a:p>
        </p:txBody>
      </p:sp>
      <p:sp>
        <p:nvSpPr>
          <p:cNvPr id="333" name="Google Shape;333;p68"/>
          <p:cNvSpPr/>
          <p:nvPr/>
        </p:nvSpPr>
        <p:spPr>
          <a:xfrm>
            <a:off x="107640" y="1552320"/>
            <a:ext cx="7055280" cy="759600"/>
          </a:xfrm>
          <a:prstGeom prst="rect">
            <a:avLst/>
          </a:prstGeom>
          <a:noFill/>
          <a:ln>
            <a:noFill/>
          </a:ln>
        </p:spPr>
        <p:txBody>
          <a:bodyPr anchorCtr="0" anchor="t" bIns="45000" lIns="90000" spcFirstLastPara="1" rIns="90000" wrap="square" tIns="45000">
            <a:noAutofit/>
          </a:bodyPr>
          <a:lstStyle/>
          <a:p>
            <a:pPr indent="-571680" lvl="0" marL="571680" marR="0" rtl="0" algn="l">
              <a:lnSpc>
                <a:spcPct val="100000"/>
              </a:lnSpc>
              <a:spcBef>
                <a:spcPts val="0"/>
              </a:spcBef>
              <a:spcAft>
                <a:spcPts val="0"/>
              </a:spcAft>
              <a:buClr>
                <a:srgbClr val="FFFFFF"/>
              </a:buClr>
              <a:buSzPts val="4400"/>
              <a:buFont typeface="Noto Sans Symbols"/>
              <a:buChar char="❑"/>
            </a:pPr>
            <a:r>
              <a:rPr b="0" lang="en-US" sz="4400" u="sng" strike="noStrike">
                <a:solidFill>
                  <a:srgbClr val="FFFFFF"/>
                </a:solidFill>
                <a:latin typeface="Calibri"/>
                <a:ea typeface="Calibri"/>
                <a:cs typeface="Calibri"/>
                <a:sym typeface="Calibri"/>
              </a:rPr>
              <a:t>   Safe Coding Techniques</a:t>
            </a:r>
            <a:endParaRPr b="0" sz="1800" strike="noStrike">
              <a:solidFill>
                <a:srgbClr val="000000"/>
              </a:solidFill>
              <a:latin typeface="Arial"/>
              <a:ea typeface="Arial"/>
              <a:cs typeface="Arial"/>
              <a:sym typeface="Arial"/>
            </a:endParaRPr>
          </a:p>
        </p:txBody>
      </p:sp>
      <p:sp>
        <p:nvSpPr>
          <p:cNvPr id="334" name="Google Shape;334;p68"/>
          <p:cNvSpPr/>
          <p:nvPr/>
        </p:nvSpPr>
        <p:spPr>
          <a:xfrm>
            <a:off x="251640" y="2349000"/>
            <a:ext cx="7569000" cy="3746880"/>
          </a:xfrm>
          <a:prstGeom prst="rect">
            <a:avLst/>
          </a:prstGeom>
          <a:noFill/>
          <a:ln>
            <a:noFill/>
          </a:ln>
        </p:spPr>
        <p:txBody>
          <a:bodyPr anchorCtr="0" anchor="t" bIns="45000" lIns="90000" spcFirstLastPara="1" rIns="90000" wrap="square" tIns="45000">
            <a:noAutofit/>
          </a:bodyPr>
          <a:lstStyle/>
          <a:p>
            <a:pPr indent="-343080" lvl="0" marL="343080" marR="0" rtl="0" algn="l">
              <a:lnSpc>
                <a:spcPct val="100000"/>
              </a:lnSpc>
              <a:spcBef>
                <a:spcPts val="0"/>
              </a:spcBef>
              <a:spcAft>
                <a:spcPts val="0"/>
              </a:spcAft>
              <a:buClr>
                <a:srgbClr val="FFFFFF"/>
              </a:buClr>
              <a:buSzPts val="2400"/>
              <a:buFont typeface="Noto Sans Symbols"/>
              <a:buChar char="➢"/>
            </a:pPr>
            <a:r>
              <a:rPr b="0" lang="en-US" sz="2400" strike="noStrike">
                <a:solidFill>
                  <a:srgbClr val="FFFFFF"/>
                </a:solidFill>
                <a:latin typeface="Calibri"/>
                <a:ea typeface="Calibri"/>
                <a:cs typeface="Calibri"/>
                <a:sym typeface="Calibri"/>
              </a:rPr>
              <a:t>If using potentially unsafe languages .</a:t>
            </a:r>
            <a:endParaRPr b="0" sz="1800"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lang="en-US" sz="2400" strike="noStrike">
                <a:solidFill>
                  <a:srgbClr val="FFFFFF"/>
                </a:solidFill>
                <a:latin typeface="Calibri"/>
                <a:ea typeface="Calibri"/>
                <a:cs typeface="Calibri"/>
                <a:sym typeface="Calibri"/>
              </a:rPr>
              <a:t>           Eg :- C</a:t>
            </a:r>
            <a:endParaRPr b="0" sz="1800" strike="noStrike">
              <a:solidFill>
                <a:srgbClr val="000000"/>
              </a:solidFill>
              <a:latin typeface="Arial"/>
              <a:ea typeface="Arial"/>
              <a:cs typeface="Arial"/>
              <a:sym typeface="Arial"/>
            </a:endParaRPr>
          </a:p>
          <a:p>
            <a:pPr indent="-343080" lvl="0" marL="343080" marR="0" rtl="0" algn="l">
              <a:lnSpc>
                <a:spcPct val="100000"/>
              </a:lnSpc>
              <a:spcBef>
                <a:spcPts val="0"/>
              </a:spcBef>
              <a:spcAft>
                <a:spcPts val="0"/>
              </a:spcAft>
              <a:buClr>
                <a:srgbClr val="FFFFFF"/>
              </a:buClr>
              <a:buSzPts val="2400"/>
              <a:buFont typeface="Noto Sans Symbols"/>
              <a:buChar char="➢"/>
            </a:pPr>
            <a:r>
              <a:rPr b="0" lang="en-US" sz="2400" strike="noStrike">
                <a:solidFill>
                  <a:srgbClr val="FFFFFF"/>
                </a:solidFill>
                <a:latin typeface="Calibri"/>
                <a:ea typeface="Calibri"/>
                <a:cs typeface="Calibri"/>
                <a:sym typeface="Calibri"/>
              </a:rPr>
              <a:t>Programmer must explicitly write safe code</a:t>
            </a:r>
            <a:endParaRPr b="0" sz="1800" strike="noStrike">
              <a:solidFill>
                <a:srgbClr val="000000"/>
              </a:solidFill>
              <a:latin typeface="Arial"/>
              <a:ea typeface="Arial"/>
              <a:cs typeface="Arial"/>
              <a:sym typeface="Arial"/>
            </a:endParaRPr>
          </a:p>
          <a:p>
            <a:pPr indent="-343079" lvl="1" marL="800280" marR="0" rtl="0" algn="l">
              <a:lnSpc>
                <a:spcPct val="100000"/>
              </a:lnSpc>
              <a:spcBef>
                <a:spcPts val="0"/>
              </a:spcBef>
              <a:spcAft>
                <a:spcPts val="0"/>
              </a:spcAft>
              <a:buClr>
                <a:srgbClr val="FFFFFF"/>
              </a:buClr>
              <a:buSzPts val="2400"/>
              <a:buFont typeface="Noto Sans Symbols"/>
              <a:buChar char="❖"/>
            </a:pPr>
            <a:r>
              <a:rPr b="0" i="0" lang="en-US" sz="2400" u="none" cap="none" strike="noStrike">
                <a:solidFill>
                  <a:srgbClr val="FFFFFF"/>
                </a:solidFill>
                <a:latin typeface="Calibri"/>
                <a:ea typeface="Calibri"/>
                <a:cs typeface="Calibri"/>
                <a:sym typeface="Calibri"/>
              </a:rPr>
              <a:t>by design with new code.</a:t>
            </a:r>
            <a:endParaRPr b="0" i="0" sz="1800" u="none" cap="none" strike="noStrike">
              <a:solidFill>
                <a:srgbClr val="000000"/>
              </a:solidFill>
              <a:latin typeface="Arial"/>
              <a:ea typeface="Arial"/>
              <a:cs typeface="Arial"/>
              <a:sym typeface="Arial"/>
            </a:endParaRPr>
          </a:p>
          <a:p>
            <a:pPr indent="-343079" lvl="1" marL="800280" marR="0" rtl="0" algn="l">
              <a:lnSpc>
                <a:spcPct val="100000"/>
              </a:lnSpc>
              <a:spcBef>
                <a:spcPts val="0"/>
              </a:spcBef>
              <a:spcAft>
                <a:spcPts val="0"/>
              </a:spcAft>
              <a:buClr>
                <a:srgbClr val="FFFFFF"/>
              </a:buClr>
              <a:buSzPts val="2400"/>
              <a:buFont typeface="Noto Sans Symbols"/>
              <a:buChar char="❖"/>
            </a:pPr>
            <a:r>
              <a:rPr b="1" i="1" lang="en-US" sz="2400" u="none" cap="none" strike="noStrike">
                <a:solidFill>
                  <a:srgbClr val="FFFFFF"/>
                </a:solidFill>
                <a:latin typeface="Calibri"/>
                <a:ea typeface="Calibri"/>
                <a:cs typeface="Calibri"/>
                <a:sym typeface="Calibri"/>
              </a:rPr>
              <a:t>extensive after code review </a:t>
            </a:r>
            <a:r>
              <a:rPr b="0" i="0" lang="en-US" sz="2400" u="none" cap="none" strike="noStrike">
                <a:solidFill>
                  <a:srgbClr val="FFFFFF"/>
                </a:solidFill>
                <a:latin typeface="Calibri"/>
                <a:ea typeface="Calibri"/>
                <a:cs typeface="Calibri"/>
                <a:sym typeface="Calibri"/>
              </a:rPr>
              <a:t>of existing code, (e.g., OpenBSD).</a:t>
            </a:r>
            <a:endParaRPr b="0" i="0" sz="1800" u="none" cap="none" strike="noStrike">
              <a:solidFill>
                <a:srgbClr val="000000"/>
              </a:solidFill>
              <a:latin typeface="Arial"/>
              <a:ea typeface="Arial"/>
              <a:cs typeface="Arial"/>
              <a:sym typeface="Arial"/>
            </a:endParaRPr>
          </a:p>
          <a:p>
            <a:pPr indent="-343080" lvl="0" marL="343080" marR="0" rtl="0" algn="l">
              <a:lnSpc>
                <a:spcPct val="100000"/>
              </a:lnSpc>
              <a:spcBef>
                <a:spcPts val="0"/>
              </a:spcBef>
              <a:spcAft>
                <a:spcPts val="0"/>
              </a:spcAft>
              <a:buClr>
                <a:srgbClr val="FFFFFF"/>
              </a:buClr>
              <a:buSzPts val="2400"/>
              <a:buFont typeface="Noto Sans Symbols"/>
              <a:buChar char="➢"/>
            </a:pPr>
            <a:r>
              <a:rPr b="0" lang="en-US" sz="2400" strike="noStrike">
                <a:solidFill>
                  <a:srgbClr val="FFFFFF"/>
                </a:solidFill>
                <a:latin typeface="Calibri"/>
                <a:ea typeface="Calibri"/>
                <a:cs typeface="Calibri"/>
                <a:sym typeface="Calibri"/>
              </a:rPr>
              <a:t>Buffer overflow safety a subset of general safe coding techniques .</a:t>
            </a:r>
            <a:endParaRPr b="0" sz="1800" strike="noStrike">
              <a:solidFill>
                <a:srgbClr val="000000"/>
              </a:solidFill>
              <a:latin typeface="Arial"/>
              <a:ea typeface="Arial"/>
              <a:cs typeface="Arial"/>
              <a:sym typeface="Arial"/>
            </a:endParaRPr>
          </a:p>
          <a:p>
            <a:pPr indent="-343080" lvl="0" marL="343080" marR="0" rtl="0" algn="l">
              <a:lnSpc>
                <a:spcPct val="100000"/>
              </a:lnSpc>
              <a:spcBef>
                <a:spcPts val="0"/>
              </a:spcBef>
              <a:spcAft>
                <a:spcPts val="0"/>
              </a:spcAft>
              <a:buClr>
                <a:srgbClr val="FFFFFF"/>
              </a:buClr>
              <a:buSzPts val="2400"/>
              <a:buFont typeface="Noto Sans Symbols"/>
              <a:buChar char="➢"/>
            </a:pPr>
            <a:r>
              <a:rPr b="0" lang="en-US" sz="2400" strike="noStrike">
                <a:solidFill>
                  <a:srgbClr val="FFFFFF"/>
                </a:solidFill>
                <a:latin typeface="Calibri"/>
                <a:ea typeface="Calibri"/>
                <a:cs typeface="Calibri"/>
                <a:sym typeface="Calibri"/>
              </a:rPr>
              <a:t>Allow for graceful failure </a:t>
            </a:r>
            <a:r>
              <a:rPr b="1" i="1" lang="en-US" sz="2400" strike="noStrike">
                <a:solidFill>
                  <a:srgbClr val="FFFFFF"/>
                </a:solidFill>
                <a:latin typeface="Calibri"/>
                <a:ea typeface="Calibri"/>
                <a:cs typeface="Calibri"/>
                <a:sym typeface="Calibri"/>
              </a:rPr>
              <a:t>(know how things may go wrong) </a:t>
            </a:r>
            <a:r>
              <a:rPr b="0" lang="en-US" sz="2400" strike="noStrike">
                <a:solidFill>
                  <a:srgbClr val="FFFFFF"/>
                </a:solidFill>
                <a:latin typeface="Calibri"/>
                <a:ea typeface="Calibri"/>
                <a:cs typeface="Calibri"/>
                <a:sym typeface="Calibri"/>
              </a:rPr>
              <a:t>check for sufficient space in any buffer.</a:t>
            </a:r>
            <a:endParaRPr b="0" sz="1800"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gradFill>
          <a:gsLst>
            <a:gs pos="0">
              <a:srgbClr val="262626"/>
            </a:gs>
            <a:gs pos="100000">
              <a:schemeClr val="dk1"/>
            </a:gs>
          </a:gsLst>
          <a:lin ang="5400000" scaled="0"/>
        </a:gradFill>
      </p:bgPr>
    </p:bg>
    <p:spTree>
      <p:nvGrpSpPr>
        <p:cNvPr id="338" name="Shape 338"/>
        <p:cNvGrpSpPr/>
        <p:nvPr/>
      </p:nvGrpSpPr>
      <p:grpSpPr>
        <a:xfrm>
          <a:off x="0" y="0"/>
          <a:ext cx="0" cy="0"/>
          <a:chOff x="0" y="0"/>
          <a:chExt cx="0" cy="0"/>
        </a:xfrm>
      </p:grpSpPr>
      <p:sp>
        <p:nvSpPr>
          <p:cNvPr id="339" name="Google Shape;339;p69"/>
          <p:cNvSpPr/>
          <p:nvPr/>
        </p:nvSpPr>
        <p:spPr>
          <a:xfrm>
            <a:off x="292320" y="620640"/>
            <a:ext cx="8184240" cy="759600"/>
          </a:xfrm>
          <a:prstGeom prst="rect">
            <a:avLst/>
          </a:prstGeom>
          <a:noFill/>
          <a:ln>
            <a:noFill/>
          </a:ln>
        </p:spPr>
        <p:txBody>
          <a:bodyPr anchorCtr="0" anchor="t" bIns="45000" lIns="90000" spcFirstLastPara="1" rIns="90000" wrap="square" tIns="45000">
            <a:noAutofit/>
          </a:bodyPr>
          <a:lstStyle/>
          <a:p>
            <a:pPr indent="-399960" lvl="0" marL="399960" marR="0" rtl="0" algn="l">
              <a:lnSpc>
                <a:spcPct val="100000"/>
              </a:lnSpc>
              <a:spcBef>
                <a:spcPts val="0"/>
              </a:spcBef>
              <a:spcAft>
                <a:spcPts val="0"/>
              </a:spcAft>
              <a:buClr>
                <a:srgbClr val="FFFFFF"/>
              </a:buClr>
              <a:buSzPts val="4400"/>
              <a:buFont typeface="Noto Sans Symbols"/>
              <a:buChar char="❑"/>
            </a:pPr>
            <a:r>
              <a:rPr b="0" lang="en-US" sz="4400" u="sng" strike="noStrike">
                <a:solidFill>
                  <a:srgbClr val="FFFFFF"/>
                </a:solidFill>
                <a:latin typeface="Calibri"/>
                <a:ea typeface="Calibri"/>
                <a:cs typeface="Calibri"/>
                <a:sym typeface="Calibri"/>
              </a:rPr>
              <a:t>  Language</a:t>
            </a:r>
            <a:r>
              <a:rPr b="0" lang="en-US" sz="4000" u="sng" strike="noStrike">
                <a:solidFill>
                  <a:srgbClr val="FFFFFF"/>
                </a:solidFill>
                <a:latin typeface="Calibri"/>
                <a:ea typeface="Calibri"/>
                <a:cs typeface="Calibri"/>
                <a:sym typeface="Calibri"/>
              </a:rPr>
              <a:t> Extension, Safe Libraries</a:t>
            </a:r>
            <a:endParaRPr b="0" sz="1800" strike="noStrike">
              <a:solidFill>
                <a:srgbClr val="000000"/>
              </a:solidFill>
              <a:latin typeface="Arial"/>
              <a:ea typeface="Arial"/>
              <a:cs typeface="Arial"/>
              <a:sym typeface="Arial"/>
            </a:endParaRPr>
          </a:p>
        </p:txBody>
      </p:sp>
      <p:sp>
        <p:nvSpPr>
          <p:cNvPr id="340" name="Google Shape;340;p69"/>
          <p:cNvSpPr/>
          <p:nvPr/>
        </p:nvSpPr>
        <p:spPr>
          <a:xfrm>
            <a:off x="611640" y="1845000"/>
            <a:ext cx="8135640" cy="3744000"/>
          </a:xfrm>
          <a:prstGeom prst="rect">
            <a:avLst/>
          </a:prstGeom>
          <a:noFill/>
          <a:ln>
            <a:noFill/>
          </a:ln>
        </p:spPr>
        <p:txBody>
          <a:bodyPr anchorCtr="0" anchor="t" bIns="45000" lIns="90000" spcFirstLastPara="1" rIns="90000" wrap="square" tIns="45000">
            <a:noAutofit/>
          </a:bodyPr>
          <a:lstStyle/>
          <a:p>
            <a:pPr indent="-343080" lvl="0" marL="343080" marR="0" rtl="0" algn="l">
              <a:lnSpc>
                <a:spcPct val="100000"/>
              </a:lnSpc>
              <a:spcBef>
                <a:spcPts val="0"/>
              </a:spcBef>
              <a:spcAft>
                <a:spcPts val="0"/>
              </a:spcAft>
              <a:buClr>
                <a:srgbClr val="FFFFFF"/>
              </a:buClr>
              <a:buSzPts val="3000"/>
              <a:buFont typeface="Noto Sans Symbols"/>
              <a:buChar char="➢"/>
            </a:pPr>
            <a:r>
              <a:rPr b="0" lang="en-US" sz="3000" strike="noStrike">
                <a:solidFill>
                  <a:srgbClr val="FFFFFF"/>
                </a:solidFill>
                <a:latin typeface="Calibri"/>
                <a:ea typeface="Calibri"/>
                <a:cs typeface="Calibri"/>
                <a:sym typeface="Calibri"/>
              </a:rPr>
              <a:t>Proposals for safety extensions (library replacements) to C  performance penalties</a:t>
            </a:r>
            <a:endParaRPr b="0" sz="1800" strike="noStrike">
              <a:solidFill>
                <a:srgbClr val="000000"/>
              </a:solidFill>
              <a:latin typeface="Arial"/>
              <a:ea typeface="Arial"/>
              <a:cs typeface="Arial"/>
              <a:sym typeface="Arial"/>
            </a:endParaRPr>
          </a:p>
          <a:p>
            <a:pPr indent="-343079" lvl="1" marL="800280" marR="0" rtl="0" algn="l">
              <a:lnSpc>
                <a:spcPct val="100000"/>
              </a:lnSpc>
              <a:spcBef>
                <a:spcPts val="0"/>
              </a:spcBef>
              <a:spcAft>
                <a:spcPts val="0"/>
              </a:spcAft>
              <a:buClr>
                <a:srgbClr val="FFFFFF"/>
              </a:buClr>
              <a:buSzPts val="3000"/>
              <a:buFont typeface="Noto Sans Symbols"/>
              <a:buChar char="❖"/>
            </a:pPr>
            <a:r>
              <a:rPr b="0" i="0" lang="en-US" sz="3000" u="none" cap="none" strike="noStrike">
                <a:solidFill>
                  <a:srgbClr val="FFFFFF"/>
                </a:solidFill>
                <a:latin typeface="Calibri"/>
                <a:ea typeface="Calibri"/>
                <a:cs typeface="Calibri"/>
                <a:sym typeface="Calibri"/>
              </a:rPr>
              <a:t>must compile programs with special compiler</a:t>
            </a:r>
            <a:endParaRPr b="0" i="0" sz="1800" u="none" cap="none" strike="noStrike">
              <a:solidFill>
                <a:srgbClr val="000000"/>
              </a:solidFill>
              <a:latin typeface="Arial"/>
              <a:ea typeface="Arial"/>
              <a:cs typeface="Arial"/>
              <a:sym typeface="Arial"/>
            </a:endParaRPr>
          </a:p>
          <a:p>
            <a:pPr indent="-343080" lvl="0" marL="343080" marR="0" rtl="0" algn="l">
              <a:lnSpc>
                <a:spcPct val="100000"/>
              </a:lnSpc>
              <a:spcBef>
                <a:spcPts val="0"/>
              </a:spcBef>
              <a:spcAft>
                <a:spcPts val="0"/>
              </a:spcAft>
              <a:buClr>
                <a:srgbClr val="FFFFFF"/>
              </a:buClr>
              <a:buSzPts val="3000"/>
              <a:buFont typeface="Noto Sans Symbols"/>
              <a:buChar char="➢"/>
            </a:pPr>
            <a:r>
              <a:rPr b="0" lang="en-US" sz="3000" strike="noStrike">
                <a:solidFill>
                  <a:srgbClr val="FFFFFF"/>
                </a:solidFill>
                <a:latin typeface="Calibri"/>
                <a:ea typeface="Calibri"/>
                <a:cs typeface="Calibri"/>
                <a:sym typeface="Calibri"/>
              </a:rPr>
              <a:t>Several safer standard library variants </a:t>
            </a:r>
            <a:endParaRPr b="0" sz="1800"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lang="en-US" sz="3000" strike="noStrike">
                <a:solidFill>
                  <a:srgbClr val="FFFFFF"/>
                </a:solidFill>
                <a:latin typeface="Calibri"/>
                <a:ea typeface="Calibri"/>
                <a:cs typeface="Calibri"/>
                <a:sym typeface="Calibri"/>
              </a:rPr>
              <a:t>          1.) New functions, e.g. strlcpy() </a:t>
            </a:r>
            <a:endParaRPr b="0" sz="1800"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lang="en-US" sz="3000" strike="noStrike">
                <a:solidFill>
                  <a:srgbClr val="FFFFFF"/>
                </a:solidFill>
                <a:latin typeface="Calibri"/>
                <a:ea typeface="Calibri"/>
                <a:cs typeface="Calibri"/>
                <a:sym typeface="Calibri"/>
              </a:rPr>
              <a:t>          2.)safer re-implementation   of standard   </a:t>
            </a:r>
            <a:endParaRPr b="0" sz="1800"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lang="en-US" sz="3000" strike="noStrike">
                <a:solidFill>
                  <a:srgbClr val="FFFFFF"/>
                </a:solidFill>
                <a:latin typeface="Calibri"/>
                <a:ea typeface="Calibri"/>
                <a:cs typeface="Calibri"/>
                <a:sym typeface="Calibri"/>
              </a:rPr>
              <a:t>                functions as a dynamic library,   </a:t>
            </a:r>
            <a:endParaRPr b="0" sz="1800"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lang="en-US" sz="3000" strike="noStrike">
                <a:solidFill>
                  <a:srgbClr val="FFFFFF"/>
                </a:solidFill>
                <a:latin typeface="Calibri"/>
                <a:ea typeface="Calibri"/>
                <a:cs typeface="Calibri"/>
                <a:sym typeface="Calibri"/>
              </a:rPr>
              <a:t>                e.g. Libsafe</a:t>
            </a:r>
            <a:endParaRPr b="0" sz="1800"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gradFill>
          <a:gsLst>
            <a:gs pos="0">
              <a:srgbClr val="262626"/>
            </a:gs>
            <a:gs pos="100000">
              <a:schemeClr val="dk1"/>
            </a:gs>
          </a:gsLst>
          <a:lin ang="5400000" scaled="0"/>
        </a:gradFill>
      </p:bgPr>
    </p:bg>
    <p:spTree>
      <p:nvGrpSpPr>
        <p:cNvPr id="344" name="Shape 344"/>
        <p:cNvGrpSpPr/>
        <p:nvPr/>
      </p:nvGrpSpPr>
      <p:grpSpPr>
        <a:xfrm>
          <a:off x="0" y="0"/>
          <a:ext cx="0" cy="0"/>
          <a:chOff x="0" y="0"/>
          <a:chExt cx="0" cy="0"/>
        </a:xfrm>
      </p:grpSpPr>
      <p:sp>
        <p:nvSpPr>
          <p:cNvPr id="345" name="Google Shape;345;p70"/>
          <p:cNvSpPr/>
          <p:nvPr/>
        </p:nvSpPr>
        <p:spPr>
          <a:xfrm>
            <a:off x="609480" y="274680"/>
            <a:ext cx="7923240" cy="1141560"/>
          </a:xfrm>
          <a:prstGeom prst="rect">
            <a:avLst/>
          </a:prstGeom>
          <a:noFill/>
          <a:ln>
            <a:noFill/>
          </a:ln>
        </p:spPr>
        <p:txBody>
          <a:bodyPr anchorCtr="0" anchor="b" bIns="45000" lIns="90000" spcFirstLastPara="1" rIns="90000" wrap="square" tIns="45000">
            <a:noAutofit/>
          </a:bodyPr>
          <a:lstStyle/>
          <a:p>
            <a:pPr indent="-457200" lvl="0" marL="457200" marR="0" rtl="0" algn="l">
              <a:lnSpc>
                <a:spcPct val="100000"/>
              </a:lnSpc>
              <a:spcBef>
                <a:spcPts val="0"/>
              </a:spcBef>
              <a:spcAft>
                <a:spcPts val="0"/>
              </a:spcAft>
              <a:buClr>
                <a:srgbClr val="FFFFFF"/>
              </a:buClr>
              <a:buSzPts val="4400"/>
              <a:buFont typeface="Noto Sans Symbols"/>
              <a:buChar char="❑"/>
            </a:pPr>
            <a:r>
              <a:rPr b="0" lang="en-US" sz="4400" u="sng" cap="none" strike="noStrike">
                <a:solidFill>
                  <a:srgbClr val="FFFFFF"/>
                </a:solidFill>
                <a:latin typeface="Cambria"/>
                <a:ea typeface="Cambria"/>
                <a:cs typeface="Cambria"/>
                <a:sym typeface="Cambria"/>
              </a:rPr>
              <a:t>  STACK PROTECTION</a:t>
            </a:r>
            <a:endParaRPr b="0" sz="1800" strike="noStrike">
              <a:solidFill>
                <a:srgbClr val="000000"/>
              </a:solidFill>
              <a:latin typeface="Arial"/>
              <a:ea typeface="Arial"/>
              <a:cs typeface="Arial"/>
              <a:sym typeface="Arial"/>
            </a:endParaRPr>
          </a:p>
        </p:txBody>
      </p:sp>
      <p:sp>
        <p:nvSpPr>
          <p:cNvPr id="346" name="Google Shape;346;p70"/>
          <p:cNvSpPr/>
          <p:nvPr/>
        </p:nvSpPr>
        <p:spPr>
          <a:xfrm>
            <a:off x="609480" y="1600200"/>
            <a:ext cx="7923240" cy="4113360"/>
          </a:xfrm>
          <a:prstGeom prst="rect">
            <a:avLst/>
          </a:prstGeom>
          <a:noFill/>
          <a:ln>
            <a:noFill/>
          </a:ln>
        </p:spPr>
        <p:txBody>
          <a:bodyPr anchorCtr="0" anchor="t" bIns="45000" lIns="90000" spcFirstLastPara="1" rIns="90000" wrap="square" tIns="45000">
            <a:noAutofit/>
          </a:bodyPr>
          <a:lstStyle/>
          <a:p>
            <a:pPr indent="-343080" lvl="0" marL="343080" marR="0" rtl="0" algn="l">
              <a:lnSpc>
                <a:spcPct val="100000"/>
              </a:lnSpc>
              <a:spcBef>
                <a:spcPts val="0"/>
              </a:spcBef>
              <a:spcAft>
                <a:spcPts val="0"/>
              </a:spcAft>
              <a:buClr>
                <a:srgbClr val="DC9E1F"/>
              </a:buClr>
              <a:buSzPts val="2200"/>
              <a:buFont typeface="Noto Sans Symbols"/>
              <a:buChar char="➢"/>
            </a:pPr>
            <a:r>
              <a:rPr b="0" lang="en-US" sz="2200" strike="noStrike">
                <a:solidFill>
                  <a:srgbClr val="FFFFFF"/>
                </a:solidFill>
                <a:latin typeface="Calibri"/>
                <a:ea typeface="Calibri"/>
                <a:cs typeface="Calibri"/>
                <a:sym typeface="Calibri"/>
              </a:rPr>
              <a:t> Stack guard: add function entry and exit code to check   </a:t>
            </a:r>
            <a:endParaRPr b="0" sz="1800"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lang="en-US" sz="2200" strike="noStrike">
                <a:solidFill>
                  <a:srgbClr val="FFFFFF"/>
                </a:solidFill>
                <a:latin typeface="Calibri"/>
                <a:ea typeface="Calibri"/>
                <a:cs typeface="Calibri"/>
                <a:sym typeface="Calibri"/>
              </a:rPr>
              <a:t>      stack for signs of corruption</a:t>
            </a:r>
            <a:endParaRPr b="0" sz="1800" strike="noStrike">
              <a:solidFill>
                <a:srgbClr val="000000"/>
              </a:solidFill>
              <a:latin typeface="Arial"/>
              <a:ea typeface="Arial"/>
              <a:cs typeface="Arial"/>
              <a:sym typeface="Arial"/>
            </a:endParaRPr>
          </a:p>
          <a:p>
            <a:pPr indent="-285840" lvl="1" marL="743040" marR="0" rtl="0" algn="l">
              <a:lnSpc>
                <a:spcPct val="100000"/>
              </a:lnSpc>
              <a:spcBef>
                <a:spcPts val="0"/>
              </a:spcBef>
              <a:spcAft>
                <a:spcPts val="0"/>
              </a:spcAft>
              <a:buClr>
                <a:srgbClr val="DC9E1F"/>
              </a:buClr>
              <a:buSzPts val="2200"/>
              <a:buFont typeface="Noto Sans Symbols"/>
              <a:buChar char="✓"/>
            </a:pPr>
            <a:r>
              <a:rPr b="0" i="0" lang="en-US" sz="2200" u="none" cap="none" strike="noStrike">
                <a:solidFill>
                  <a:srgbClr val="FFFFFF"/>
                </a:solidFill>
                <a:latin typeface="Calibri"/>
                <a:ea typeface="Calibri"/>
                <a:cs typeface="Calibri"/>
                <a:sym typeface="Calibri"/>
              </a:rPr>
              <a:t>Use random canary</a:t>
            </a:r>
            <a:endParaRPr b="0" i="0" sz="1800" u="none" cap="none" strike="noStrike">
              <a:solidFill>
                <a:srgbClr val="000000"/>
              </a:solidFill>
              <a:latin typeface="Arial"/>
              <a:ea typeface="Arial"/>
              <a:cs typeface="Arial"/>
              <a:sym typeface="Arial"/>
            </a:endParaRPr>
          </a:p>
          <a:p>
            <a:pPr indent="-285840" lvl="1" marL="743040" marR="0" rtl="0" algn="l">
              <a:lnSpc>
                <a:spcPct val="100000"/>
              </a:lnSpc>
              <a:spcBef>
                <a:spcPts val="0"/>
              </a:spcBef>
              <a:spcAft>
                <a:spcPts val="0"/>
              </a:spcAft>
              <a:buClr>
                <a:srgbClr val="DC9E1F"/>
              </a:buClr>
              <a:buSzPts val="2300"/>
              <a:buFont typeface="Noto Sans Symbols"/>
              <a:buChar char="✓"/>
            </a:pPr>
            <a:r>
              <a:rPr b="0" i="0" lang="en-US" sz="2200" u="none" cap="none" strike="noStrike">
                <a:solidFill>
                  <a:srgbClr val="FFFFFF"/>
                </a:solidFill>
                <a:latin typeface="Calibri"/>
                <a:ea typeface="Calibri"/>
                <a:cs typeface="Calibri"/>
                <a:sym typeface="Calibri"/>
              </a:rPr>
              <a:t>  e.g. </a:t>
            </a:r>
            <a:r>
              <a:rPr b="0" i="0" lang="en-US" sz="2300" u="none" cap="none" strike="noStrike">
                <a:solidFill>
                  <a:srgbClr val="FFFFFF"/>
                </a:solidFill>
                <a:latin typeface="Calibri"/>
                <a:ea typeface="Calibri"/>
                <a:cs typeface="Calibri"/>
                <a:sym typeface="Calibri"/>
              </a:rPr>
              <a:t>Stack guard</a:t>
            </a:r>
            <a:r>
              <a:rPr b="0" i="0" lang="en-US" sz="2200" u="none" cap="none" strike="noStrike">
                <a:solidFill>
                  <a:srgbClr val="FFFFFF"/>
                </a:solidFill>
                <a:latin typeface="Calibri"/>
                <a:ea typeface="Calibri"/>
                <a:cs typeface="Calibri"/>
                <a:sym typeface="Calibri"/>
              </a:rPr>
              <a:t>, Win/GS, GCC</a:t>
            </a:r>
            <a:endParaRPr b="0" i="0" sz="1800" u="none" cap="none" strike="noStrike">
              <a:solidFill>
                <a:srgbClr val="000000"/>
              </a:solidFill>
              <a:latin typeface="Arial"/>
              <a:ea typeface="Arial"/>
              <a:cs typeface="Arial"/>
              <a:sym typeface="Arial"/>
            </a:endParaRPr>
          </a:p>
          <a:p>
            <a:pPr indent="-285840" lvl="1" marL="743040" marR="0" rtl="0" algn="l">
              <a:lnSpc>
                <a:spcPct val="100000"/>
              </a:lnSpc>
              <a:spcBef>
                <a:spcPts val="0"/>
              </a:spcBef>
              <a:spcAft>
                <a:spcPts val="0"/>
              </a:spcAft>
              <a:buClr>
                <a:srgbClr val="DC9E1F"/>
              </a:buClr>
              <a:buSzPts val="2200"/>
              <a:buFont typeface="Noto Sans Symbols"/>
              <a:buChar char="✓"/>
            </a:pPr>
            <a:r>
              <a:rPr b="0" i="0" lang="en-US" sz="2200" u="none" cap="none" strike="noStrike">
                <a:solidFill>
                  <a:srgbClr val="FFFFFF"/>
                </a:solidFill>
                <a:latin typeface="Calibri"/>
                <a:ea typeface="Calibri"/>
                <a:cs typeface="Calibri"/>
                <a:sym typeface="Calibri"/>
              </a:rPr>
              <a:t> check for overwrite between local variables and saved frame pointer and return address</a:t>
            </a:r>
            <a:endParaRPr b="0" i="0" sz="1800" u="none" cap="none" strike="noStrike">
              <a:solidFill>
                <a:srgbClr val="000000"/>
              </a:solidFill>
              <a:latin typeface="Arial"/>
              <a:ea typeface="Arial"/>
              <a:cs typeface="Arial"/>
              <a:sym typeface="Arial"/>
            </a:endParaRPr>
          </a:p>
          <a:p>
            <a:pPr indent="-285840" lvl="1" marL="743040" marR="0" rtl="0" algn="l">
              <a:lnSpc>
                <a:spcPct val="100000"/>
              </a:lnSpc>
              <a:spcBef>
                <a:spcPts val="0"/>
              </a:spcBef>
              <a:spcAft>
                <a:spcPts val="0"/>
              </a:spcAft>
              <a:buClr>
                <a:srgbClr val="DC9E1F"/>
              </a:buClr>
              <a:buSzPts val="2200"/>
              <a:buFont typeface="Noto Sans Symbols"/>
              <a:buChar char="✓"/>
            </a:pPr>
            <a:r>
              <a:rPr b="0" i="0" lang="en-US" sz="2200" u="none" cap="none" strike="noStrike">
                <a:solidFill>
                  <a:srgbClr val="FFFFFF"/>
                </a:solidFill>
                <a:latin typeface="Calibri"/>
                <a:ea typeface="Calibri"/>
                <a:cs typeface="Calibri"/>
                <a:sym typeface="Calibri"/>
              </a:rPr>
              <a:t>abort program if change found</a:t>
            </a:r>
            <a:endParaRPr b="0" i="0" sz="1800" u="none" cap="none" strike="noStrike">
              <a:solidFill>
                <a:srgbClr val="000000"/>
              </a:solidFill>
              <a:latin typeface="Arial"/>
              <a:ea typeface="Arial"/>
              <a:cs typeface="Arial"/>
              <a:sym typeface="Arial"/>
            </a:endParaRPr>
          </a:p>
          <a:p>
            <a:pPr indent="-285840" lvl="1" marL="743040" marR="0" rtl="0" algn="l">
              <a:lnSpc>
                <a:spcPct val="100000"/>
              </a:lnSpc>
              <a:spcBef>
                <a:spcPts val="0"/>
              </a:spcBef>
              <a:spcAft>
                <a:spcPts val="0"/>
              </a:spcAft>
              <a:buClr>
                <a:srgbClr val="DC9E1F"/>
              </a:buClr>
              <a:buSzPts val="2200"/>
              <a:buFont typeface="Noto Sans Symbols"/>
              <a:buChar char="✓"/>
            </a:pPr>
            <a:r>
              <a:rPr b="0" i="0" lang="en-US" sz="2200" u="none" cap="none" strike="noStrike">
                <a:solidFill>
                  <a:srgbClr val="FFFFFF"/>
                </a:solidFill>
                <a:latin typeface="Calibri"/>
                <a:ea typeface="Calibri"/>
                <a:cs typeface="Calibri"/>
                <a:sym typeface="Calibri"/>
              </a:rPr>
              <a:t>issues: recompilation, debugger support</a:t>
            </a:r>
            <a:endParaRPr b="0" i="0" sz="1800" u="none" cap="none" strike="noStrike">
              <a:solidFill>
                <a:srgbClr val="000000"/>
              </a:solidFill>
              <a:latin typeface="Arial"/>
              <a:ea typeface="Arial"/>
              <a:cs typeface="Arial"/>
              <a:sym typeface="Arial"/>
            </a:endParaRPr>
          </a:p>
          <a:p>
            <a:pPr indent="-343080" lvl="0" marL="343080" marR="0" rtl="0" algn="l">
              <a:lnSpc>
                <a:spcPct val="100000"/>
              </a:lnSpc>
              <a:spcBef>
                <a:spcPts val="0"/>
              </a:spcBef>
              <a:spcAft>
                <a:spcPts val="0"/>
              </a:spcAft>
              <a:buClr>
                <a:srgbClr val="DC9E1F"/>
              </a:buClr>
              <a:buSzPts val="2200"/>
              <a:buFont typeface="Noto Sans Symbols"/>
              <a:buChar char="➢"/>
            </a:pPr>
            <a:r>
              <a:rPr b="0" lang="en-US" sz="2200" strike="noStrike">
                <a:solidFill>
                  <a:srgbClr val="FFFFFF"/>
                </a:solidFill>
                <a:latin typeface="Calibri"/>
                <a:ea typeface="Calibri"/>
                <a:cs typeface="Calibri"/>
                <a:sym typeface="Calibri"/>
              </a:rPr>
              <a:t>Or save/check safe copy of return address (in a safe, non-corruptible memory area), e.g. Stackshield, RAD</a:t>
            </a:r>
            <a:endParaRPr b="0" sz="1800"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sz="1800"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gradFill>
          <a:gsLst>
            <a:gs pos="0">
              <a:srgbClr val="262626"/>
            </a:gs>
            <a:gs pos="100000">
              <a:schemeClr val="dk1"/>
            </a:gs>
          </a:gsLst>
          <a:lin ang="5400000" scaled="0"/>
        </a:gradFill>
      </p:bgPr>
    </p:bg>
    <p:spTree>
      <p:nvGrpSpPr>
        <p:cNvPr id="350" name="Shape 350"/>
        <p:cNvGrpSpPr/>
        <p:nvPr/>
      </p:nvGrpSpPr>
      <p:grpSpPr>
        <a:xfrm>
          <a:off x="0" y="0"/>
          <a:ext cx="0" cy="0"/>
          <a:chOff x="0" y="0"/>
          <a:chExt cx="0" cy="0"/>
        </a:xfrm>
      </p:grpSpPr>
      <p:sp>
        <p:nvSpPr>
          <p:cNvPr id="351" name="Google Shape;351;p71"/>
          <p:cNvSpPr/>
          <p:nvPr/>
        </p:nvSpPr>
        <p:spPr>
          <a:xfrm>
            <a:off x="1547640" y="260640"/>
            <a:ext cx="5255280" cy="1078560"/>
          </a:xfrm>
          <a:prstGeom prst="rect">
            <a:avLst/>
          </a:prstGeom>
          <a:solidFill>
            <a:srgbClr val="1F2123"/>
          </a:solidFill>
          <a:ln cap="flat" cmpd="sng" w="19075">
            <a:solidFill>
              <a:srgbClr val="5D6F7F"/>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t/>
            </a:r>
            <a:endParaRPr b="0" sz="1800"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0" lang="en-US" sz="4800" u="sng" strike="noStrike">
                <a:solidFill>
                  <a:srgbClr val="FFFFFF"/>
                </a:solidFill>
                <a:latin typeface="Calibri"/>
                <a:ea typeface="Calibri"/>
                <a:cs typeface="Calibri"/>
                <a:sym typeface="Calibri"/>
              </a:rPr>
              <a:t>Run-Time Defenses</a:t>
            </a:r>
            <a:endParaRPr b="0" sz="1800"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t/>
            </a:r>
            <a:endParaRPr b="0" sz="1800" strike="noStrike">
              <a:solidFill>
                <a:srgbClr val="000000"/>
              </a:solidFill>
              <a:latin typeface="Arial"/>
              <a:ea typeface="Arial"/>
              <a:cs typeface="Arial"/>
              <a:sym typeface="Arial"/>
            </a:endParaRPr>
          </a:p>
        </p:txBody>
      </p:sp>
      <p:sp>
        <p:nvSpPr>
          <p:cNvPr id="352" name="Google Shape;352;p71"/>
          <p:cNvSpPr/>
          <p:nvPr/>
        </p:nvSpPr>
        <p:spPr>
          <a:xfrm>
            <a:off x="355320" y="1772640"/>
            <a:ext cx="5673960" cy="576720"/>
          </a:xfrm>
          <a:prstGeom prst="rect">
            <a:avLst/>
          </a:prstGeom>
          <a:noFill/>
          <a:ln>
            <a:noFill/>
          </a:ln>
        </p:spPr>
        <p:txBody>
          <a:bodyPr anchorCtr="0" anchor="t" bIns="45000" lIns="90000" spcFirstLastPara="1" rIns="90000" wrap="square" tIns="45000">
            <a:noAutofit/>
          </a:bodyPr>
          <a:lstStyle/>
          <a:p>
            <a:pPr indent="-457200" lvl="0" marL="457200" marR="0" rtl="0" algn="l">
              <a:lnSpc>
                <a:spcPct val="100000"/>
              </a:lnSpc>
              <a:spcBef>
                <a:spcPts val="0"/>
              </a:spcBef>
              <a:spcAft>
                <a:spcPts val="0"/>
              </a:spcAft>
              <a:buClr>
                <a:srgbClr val="FFFFFF"/>
              </a:buClr>
              <a:buSzPts val="3200"/>
              <a:buFont typeface="Noto Sans Symbols"/>
              <a:buChar char="❑"/>
            </a:pPr>
            <a:r>
              <a:rPr b="0" lang="en-US" sz="3200" u="sng" strike="noStrike">
                <a:solidFill>
                  <a:srgbClr val="FFFFFF"/>
                </a:solidFill>
                <a:latin typeface="Calibri"/>
                <a:ea typeface="Calibri"/>
                <a:cs typeface="Calibri"/>
                <a:sym typeface="Calibri"/>
              </a:rPr>
              <a:t>Non Executable Address Space</a:t>
            </a:r>
            <a:endParaRPr b="0" sz="1800" strike="noStrike">
              <a:solidFill>
                <a:srgbClr val="000000"/>
              </a:solidFill>
              <a:latin typeface="Arial"/>
              <a:ea typeface="Arial"/>
              <a:cs typeface="Arial"/>
              <a:sym typeface="Arial"/>
            </a:endParaRPr>
          </a:p>
        </p:txBody>
      </p:sp>
      <p:sp>
        <p:nvSpPr>
          <p:cNvPr id="353" name="Google Shape;353;p71"/>
          <p:cNvSpPr/>
          <p:nvPr/>
        </p:nvSpPr>
        <p:spPr>
          <a:xfrm>
            <a:off x="611640" y="2357640"/>
            <a:ext cx="8207640" cy="3137760"/>
          </a:xfrm>
          <a:prstGeom prst="rect">
            <a:avLst/>
          </a:prstGeom>
          <a:noFill/>
          <a:ln>
            <a:noFill/>
          </a:ln>
        </p:spPr>
        <p:txBody>
          <a:bodyPr anchorCtr="0" anchor="t" bIns="45000" lIns="90000" spcFirstLastPara="1" rIns="90000" wrap="square" tIns="45000">
            <a:noAutofit/>
          </a:bodyPr>
          <a:lstStyle/>
          <a:p>
            <a:pPr indent="-343080" lvl="0" marL="343080" marR="0" rtl="0" algn="l">
              <a:lnSpc>
                <a:spcPct val="100000"/>
              </a:lnSpc>
              <a:spcBef>
                <a:spcPts val="0"/>
              </a:spcBef>
              <a:spcAft>
                <a:spcPts val="0"/>
              </a:spcAft>
              <a:buClr>
                <a:srgbClr val="FFFFFF"/>
              </a:buClr>
              <a:buSzPts val="2400"/>
              <a:buFont typeface="Noto Sans Symbols"/>
              <a:buChar char="➢"/>
            </a:pPr>
            <a:r>
              <a:rPr b="0" lang="en-US" sz="2400" strike="noStrike">
                <a:solidFill>
                  <a:srgbClr val="FFFFFF"/>
                </a:solidFill>
                <a:latin typeface="Calibri"/>
                <a:ea typeface="Calibri"/>
                <a:cs typeface="Calibri"/>
                <a:sym typeface="Calibri"/>
              </a:rPr>
              <a:t>Many BO attacks copy machine code into buffer and transfer control to it</a:t>
            </a:r>
            <a:endParaRPr b="0" sz="1800" strike="noStrike">
              <a:solidFill>
                <a:srgbClr val="000000"/>
              </a:solidFill>
              <a:latin typeface="Arial"/>
              <a:ea typeface="Arial"/>
              <a:cs typeface="Arial"/>
              <a:sym typeface="Arial"/>
            </a:endParaRPr>
          </a:p>
          <a:p>
            <a:pPr indent="-343080" lvl="0" marL="343080" marR="0" rtl="0" algn="l">
              <a:lnSpc>
                <a:spcPct val="100000"/>
              </a:lnSpc>
              <a:spcBef>
                <a:spcPts val="0"/>
              </a:spcBef>
              <a:spcAft>
                <a:spcPts val="0"/>
              </a:spcAft>
              <a:buClr>
                <a:srgbClr val="FFFFFF"/>
              </a:buClr>
              <a:buSzPts val="2400"/>
              <a:buFont typeface="Noto Sans Symbols"/>
              <a:buChar char="➢"/>
            </a:pPr>
            <a:r>
              <a:rPr b="0" lang="en-US" sz="2400" strike="noStrike">
                <a:solidFill>
                  <a:srgbClr val="FFFFFF"/>
                </a:solidFill>
                <a:latin typeface="Calibri"/>
                <a:ea typeface="Calibri"/>
                <a:cs typeface="Calibri"/>
                <a:sym typeface="Calibri"/>
              </a:rPr>
              <a:t>Use virtual memory support to make some regions of memory non-executable (to avoid exec of attacker’s code)</a:t>
            </a:r>
            <a:endParaRPr b="0" sz="1800" strike="noStrike">
              <a:solidFill>
                <a:srgbClr val="000000"/>
              </a:solidFill>
              <a:latin typeface="Arial"/>
              <a:ea typeface="Arial"/>
              <a:cs typeface="Arial"/>
              <a:sym typeface="Arial"/>
            </a:endParaRPr>
          </a:p>
          <a:p>
            <a:pPr indent="-343079" lvl="1" marL="800280" marR="0" rtl="0" algn="l">
              <a:lnSpc>
                <a:spcPct val="100000"/>
              </a:lnSpc>
              <a:spcBef>
                <a:spcPts val="0"/>
              </a:spcBef>
              <a:spcAft>
                <a:spcPts val="0"/>
              </a:spcAft>
              <a:buClr>
                <a:srgbClr val="FFFFFF"/>
              </a:buClr>
              <a:buSzPts val="2000"/>
              <a:buFont typeface="Noto Sans Symbols"/>
              <a:buChar char="✓"/>
            </a:pPr>
            <a:r>
              <a:rPr b="0" i="0" lang="en-US" sz="2000" u="none" cap="none" strike="noStrike">
                <a:solidFill>
                  <a:srgbClr val="FFFFFF"/>
                </a:solidFill>
                <a:latin typeface="Calibri"/>
                <a:ea typeface="Calibri"/>
                <a:cs typeface="Calibri"/>
                <a:sym typeface="Calibri"/>
              </a:rPr>
              <a:t> e.g. stack, heap, global data </a:t>
            </a:r>
            <a:endParaRPr b="0" i="0" sz="1800" u="none" cap="none" strike="noStrike">
              <a:solidFill>
                <a:srgbClr val="000000"/>
              </a:solidFill>
              <a:latin typeface="Arial"/>
              <a:ea typeface="Arial"/>
              <a:cs typeface="Arial"/>
              <a:sym typeface="Arial"/>
            </a:endParaRPr>
          </a:p>
          <a:p>
            <a:pPr indent="-343079" lvl="1" marL="800280" marR="0" rtl="0" algn="l">
              <a:lnSpc>
                <a:spcPct val="100000"/>
              </a:lnSpc>
              <a:spcBef>
                <a:spcPts val="0"/>
              </a:spcBef>
              <a:spcAft>
                <a:spcPts val="0"/>
              </a:spcAft>
              <a:buClr>
                <a:srgbClr val="FFFFFF"/>
              </a:buClr>
              <a:buSzPts val="2000"/>
              <a:buFont typeface="Noto Sans Symbols"/>
              <a:buChar char="✓"/>
            </a:pPr>
            <a:r>
              <a:rPr b="0" i="0" lang="en-US" sz="2000" u="none" cap="none" strike="noStrike">
                <a:solidFill>
                  <a:srgbClr val="FFFFFF"/>
                </a:solidFill>
                <a:latin typeface="Calibri"/>
                <a:ea typeface="Calibri"/>
                <a:cs typeface="Calibri"/>
                <a:sym typeface="Calibri"/>
              </a:rPr>
              <a:t> need h/w support in MMU</a:t>
            </a:r>
            <a:endParaRPr b="0" i="0" sz="1800" u="none" cap="none" strike="noStrike">
              <a:solidFill>
                <a:srgbClr val="000000"/>
              </a:solidFill>
              <a:latin typeface="Arial"/>
              <a:ea typeface="Arial"/>
              <a:cs typeface="Arial"/>
              <a:sym typeface="Arial"/>
            </a:endParaRPr>
          </a:p>
          <a:p>
            <a:pPr indent="-343079" lvl="1" marL="800280" marR="0" rtl="0" algn="l">
              <a:lnSpc>
                <a:spcPct val="100000"/>
              </a:lnSpc>
              <a:spcBef>
                <a:spcPts val="0"/>
              </a:spcBef>
              <a:spcAft>
                <a:spcPts val="0"/>
              </a:spcAft>
              <a:buClr>
                <a:srgbClr val="FFFFFF"/>
              </a:buClr>
              <a:buSzPts val="2000"/>
              <a:buFont typeface="Noto Sans Symbols"/>
              <a:buChar char="✓"/>
            </a:pPr>
            <a:r>
              <a:rPr b="0" i="0" lang="en-US" sz="2000" u="none" cap="none" strike="noStrike">
                <a:solidFill>
                  <a:srgbClr val="FFFFFF"/>
                </a:solidFill>
                <a:latin typeface="Calibri"/>
                <a:ea typeface="Calibri"/>
                <a:cs typeface="Calibri"/>
                <a:sym typeface="Calibri"/>
              </a:rPr>
              <a:t> long existed on SPARC/Solaris systems</a:t>
            </a:r>
            <a:endParaRPr b="0" i="0" sz="1800" u="none" cap="none" strike="noStrike">
              <a:solidFill>
                <a:srgbClr val="000000"/>
              </a:solidFill>
              <a:latin typeface="Arial"/>
              <a:ea typeface="Arial"/>
              <a:cs typeface="Arial"/>
              <a:sym typeface="Arial"/>
            </a:endParaRPr>
          </a:p>
          <a:p>
            <a:pPr indent="-343079" lvl="1" marL="800280" marR="0" rtl="0" algn="l">
              <a:lnSpc>
                <a:spcPct val="100000"/>
              </a:lnSpc>
              <a:spcBef>
                <a:spcPts val="0"/>
              </a:spcBef>
              <a:spcAft>
                <a:spcPts val="0"/>
              </a:spcAft>
              <a:buClr>
                <a:srgbClr val="FFFFFF"/>
              </a:buClr>
              <a:buSzPts val="2000"/>
              <a:buFont typeface="Noto Sans Symbols"/>
              <a:buChar char="✓"/>
            </a:pPr>
            <a:r>
              <a:rPr b="0" i="0" lang="en-US" sz="2000" u="none" cap="none" strike="noStrike">
                <a:solidFill>
                  <a:srgbClr val="FFFFFF"/>
                </a:solidFill>
                <a:latin typeface="Calibri"/>
                <a:ea typeface="Calibri"/>
                <a:cs typeface="Calibri"/>
                <a:sym typeface="Calibri"/>
              </a:rPr>
              <a:t> recent on x86 Linux/Unix/Windows systems</a:t>
            </a:r>
            <a:endParaRPr b="0" i="0" sz="1800" u="none" cap="none" strike="noStrike">
              <a:solidFill>
                <a:srgbClr val="000000"/>
              </a:solidFill>
              <a:latin typeface="Arial"/>
              <a:ea typeface="Arial"/>
              <a:cs typeface="Arial"/>
              <a:sym typeface="Arial"/>
            </a:endParaRPr>
          </a:p>
          <a:p>
            <a:pPr indent="-343080" lvl="0" marL="343080" marR="0" rtl="0" algn="l">
              <a:lnSpc>
                <a:spcPct val="100000"/>
              </a:lnSpc>
              <a:spcBef>
                <a:spcPts val="0"/>
              </a:spcBef>
              <a:spcAft>
                <a:spcPts val="0"/>
              </a:spcAft>
              <a:buClr>
                <a:srgbClr val="FFFFFF"/>
              </a:buClr>
              <a:buSzPts val="2400"/>
              <a:buFont typeface="Noto Sans Symbols"/>
              <a:buChar char="➢"/>
            </a:pPr>
            <a:r>
              <a:rPr b="0" lang="en-US" sz="2400" strike="noStrike">
                <a:solidFill>
                  <a:srgbClr val="FFFFFF"/>
                </a:solidFill>
                <a:latin typeface="Calibri"/>
                <a:ea typeface="Calibri"/>
                <a:cs typeface="Calibri"/>
                <a:sym typeface="Calibri"/>
              </a:rPr>
              <a:t>Issues: support for executable stack code</a:t>
            </a:r>
            <a:endParaRPr b="0" sz="1800" strike="noStrike">
              <a:solidFill>
                <a:srgbClr val="000000"/>
              </a:solidFill>
              <a:latin typeface="Arial"/>
              <a:ea typeface="Arial"/>
              <a:cs typeface="Arial"/>
              <a:sym typeface="Arial"/>
            </a:endParaRPr>
          </a:p>
        </p:txBody>
      </p:sp>
    </p:spTree>
  </p:cSld>
  <p:clrMapOvr>
    <a:masterClrMapping/>
  </p:clrMapOvr>
  <mc:AlternateContent>
    <mc:Choice Requires="p14">
      <p:transition spd="slow">
        <p14:prism dir="l"/>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gradFill>
          <a:gsLst>
            <a:gs pos="0">
              <a:srgbClr val="262626"/>
            </a:gs>
            <a:gs pos="100000">
              <a:schemeClr val="dk1"/>
            </a:gs>
          </a:gsLst>
          <a:lin ang="5400000" scaled="0"/>
        </a:gradFill>
      </p:bgPr>
    </p:bg>
    <p:spTree>
      <p:nvGrpSpPr>
        <p:cNvPr id="358" name="Shape 358"/>
        <p:cNvGrpSpPr/>
        <p:nvPr/>
      </p:nvGrpSpPr>
      <p:grpSpPr>
        <a:xfrm>
          <a:off x="0" y="0"/>
          <a:ext cx="0" cy="0"/>
          <a:chOff x="0" y="0"/>
          <a:chExt cx="0" cy="0"/>
        </a:xfrm>
      </p:grpSpPr>
      <p:sp>
        <p:nvSpPr>
          <p:cNvPr id="359" name="Google Shape;359;p72"/>
          <p:cNvSpPr/>
          <p:nvPr/>
        </p:nvSpPr>
        <p:spPr>
          <a:xfrm>
            <a:off x="343440" y="493200"/>
            <a:ext cx="3938040" cy="820440"/>
          </a:xfrm>
          <a:prstGeom prst="rect">
            <a:avLst/>
          </a:prstGeom>
          <a:noFill/>
          <a:ln>
            <a:noFill/>
          </a:ln>
        </p:spPr>
        <p:txBody>
          <a:bodyPr anchorCtr="0" anchor="t" bIns="45000" lIns="90000" spcFirstLastPara="1" rIns="90000" wrap="square" tIns="45000">
            <a:noAutofit/>
          </a:bodyPr>
          <a:lstStyle/>
          <a:p>
            <a:pPr indent="-285840" lvl="0" marL="285840" marR="0" rtl="0" algn="l">
              <a:lnSpc>
                <a:spcPct val="100000"/>
              </a:lnSpc>
              <a:spcBef>
                <a:spcPts val="0"/>
              </a:spcBef>
              <a:spcAft>
                <a:spcPts val="0"/>
              </a:spcAft>
              <a:buClr>
                <a:srgbClr val="FFFFFF"/>
              </a:buClr>
              <a:buSzPts val="4800"/>
              <a:buFont typeface="Noto Sans Symbols"/>
              <a:buChar char="❑"/>
            </a:pPr>
            <a:r>
              <a:rPr b="0" lang="en-US" sz="4800" u="sng" strike="noStrike">
                <a:solidFill>
                  <a:srgbClr val="FFFFFF"/>
                </a:solidFill>
                <a:latin typeface="Calibri"/>
                <a:ea typeface="Calibri"/>
                <a:cs typeface="Calibri"/>
                <a:sym typeface="Calibri"/>
              </a:rPr>
              <a:t> Guard Pages</a:t>
            </a:r>
            <a:endParaRPr b="0" sz="1800" strike="noStrike">
              <a:solidFill>
                <a:srgbClr val="000000"/>
              </a:solidFill>
              <a:latin typeface="Arial"/>
              <a:ea typeface="Arial"/>
              <a:cs typeface="Arial"/>
              <a:sym typeface="Arial"/>
            </a:endParaRPr>
          </a:p>
        </p:txBody>
      </p:sp>
      <p:sp>
        <p:nvSpPr>
          <p:cNvPr id="360" name="Google Shape;360;p72"/>
          <p:cNvSpPr/>
          <p:nvPr/>
        </p:nvSpPr>
        <p:spPr>
          <a:xfrm>
            <a:off x="467640" y="1556640"/>
            <a:ext cx="8207640" cy="3988080"/>
          </a:xfrm>
          <a:prstGeom prst="rect">
            <a:avLst/>
          </a:prstGeom>
          <a:noFill/>
          <a:ln>
            <a:noFill/>
          </a:ln>
        </p:spPr>
        <p:txBody>
          <a:bodyPr anchorCtr="0" anchor="t" bIns="45000" lIns="90000" spcFirstLastPara="1" rIns="90000" wrap="square" tIns="45000">
            <a:noAutofit/>
          </a:bodyPr>
          <a:lstStyle/>
          <a:p>
            <a:pPr indent="-457200" lvl="0" marL="457200" marR="0" rtl="0" algn="l">
              <a:lnSpc>
                <a:spcPct val="100000"/>
              </a:lnSpc>
              <a:spcBef>
                <a:spcPts val="0"/>
              </a:spcBef>
              <a:spcAft>
                <a:spcPts val="0"/>
              </a:spcAft>
              <a:buClr>
                <a:srgbClr val="FFFFFF"/>
              </a:buClr>
              <a:buSzPts val="3200"/>
              <a:buFont typeface="Noto Sans Symbols"/>
              <a:buChar char="➢"/>
            </a:pPr>
            <a:r>
              <a:rPr b="0" lang="en-US" sz="3200" strike="noStrike">
                <a:solidFill>
                  <a:srgbClr val="FFFFFF"/>
                </a:solidFill>
                <a:latin typeface="Calibri"/>
                <a:ea typeface="Calibri"/>
                <a:cs typeface="Calibri"/>
                <a:sym typeface="Calibri"/>
              </a:rPr>
              <a:t>Place guard pages between critical regions of memory (or between stack frames)</a:t>
            </a:r>
            <a:endParaRPr b="0" sz="1800"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rgbClr val="FFFFFF"/>
              </a:buClr>
              <a:buSzPts val="3200"/>
              <a:buFont typeface="Noto Sans Symbols"/>
              <a:buChar char="➢"/>
            </a:pPr>
            <a:r>
              <a:rPr b="0" lang="en-US" sz="3200" strike="noStrike">
                <a:solidFill>
                  <a:srgbClr val="FFFFFF"/>
                </a:solidFill>
                <a:latin typeface="Calibri"/>
                <a:ea typeface="Calibri"/>
                <a:cs typeface="Calibri"/>
                <a:sym typeface="Calibri"/>
              </a:rPr>
              <a:t>   flagged in MMU (memory management unit) as  illegal addresses</a:t>
            </a:r>
            <a:endParaRPr b="0" sz="1800"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rgbClr val="FFFFFF"/>
              </a:buClr>
              <a:buSzPts val="3200"/>
              <a:buFont typeface="Noto Sans Symbols"/>
              <a:buChar char="➢"/>
            </a:pPr>
            <a:r>
              <a:rPr b="0" lang="en-US" sz="3200" strike="noStrike">
                <a:solidFill>
                  <a:srgbClr val="FFFFFF"/>
                </a:solidFill>
                <a:latin typeface="Calibri"/>
                <a:ea typeface="Calibri"/>
                <a:cs typeface="Calibri"/>
                <a:sym typeface="Calibri"/>
              </a:rPr>
              <a:t>  any access aborts process</a:t>
            </a:r>
            <a:endParaRPr b="0" sz="1800"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rgbClr val="FFFFFF"/>
              </a:buClr>
              <a:buSzPts val="3200"/>
              <a:buFont typeface="Noto Sans Symbols"/>
              <a:buChar char="➢"/>
            </a:pPr>
            <a:r>
              <a:rPr b="0" lang="en-US" sz="3200" strike="noStrike">
                <a:solidFill>
                  <a:srgbClr val="FFFFFF"/>
                </a:solidFill>
                <a:latin typeface="Calibri"/>
                <a:ea typeface="Calibri"/>
                <a:cs typeface="Calibri"/>
                <a:sym typeface="Calibri"/>
              </a:rPr>
              <a:t>Can even place between stack frames and heap buffers</a:t>
            </a:r>
            <a:endParaRPr b="0" sz="1800" strike="noStrike">
              <a:solidFill>
                <a:srgbClr val="000000"/>
              </a:solidFill>
              <a:latin typeface="Arial"/>
              <a:ea typeface="Arial"/>
              <a:cs typeface="Arial"/>
              <a:sym typeface="Arial"/>
            </a:endParaRPr>
          </a:p>
          <a:p>
            <a:pPr indent="-457200" lvl="1" marL="914400" marR="0" rtl="0" algn="l">
              <a:lnSpc>
                <a:spcPct val="100000"/>
              </a:lnSpc>
              <a:spcBef>
                <a:spcPts val="0"/>
              </a:spcBef>
              <a:spcAft>
                <a:spcPts val="0"/>
              </a:spcAft>
              <a:buClr>
                <a:srgbClr val="FFFFFF"/>
              </a:buClr>
              <a:buSzPts val="3200"/>
              <a:buFont typeface="Noto Sans Symbols"/>
              <a:buChar char="✓"/>
            </a:pPr>
            <a:r>
              <a:rPr b="0" i="0" lang="en-US" sz="3200" u="none" cap="none" strike="noStrike">
                <a:solidFill>
                  <a:srgbClr val="FFFFFF"/>
                </a:solidFill>
                <a:latin typeface="Calibri"/>
                <a:ea typeface="Calibri"/>
                <a:cs typeface="Calibri"/>
                <a:sym typeface="Calibri"/>
              </a:rPr>
              <a:t>at execution time and space cost</a:t>
            </a:r>
            <a:endParaRPr b="0" i="0" sz="18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prism dir="l"/>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gradFill>
          <a:gsLst>
            <a:gs pos="0">
              <a:srgbClr val="262626"/>
            </a:gs>
            <a:gs pos="100000">
              <a:schemeClr val="dk1"/>
            </a:gs>
          </a:gsLst>
          <a:lin ang="5400000" scaled="0"/>
        </a:gradFill>
      </p:bgPr>
    </p:bg>
    <p:spTree>
      <p:nvGrpSpPr>
        <p:cNvPr id="364" name="Shape 364"/>
        <p:cNvGrpSpPr/>
        <p:nvPr/>
      </p:nvGrpSpPr>
      <p:grpSpPr>
        <a:xfrm>
          <a:off x="0" y="0"/>
          <a:ext cx="0" cy="0"/>
          <a:chOff x="0" y="0"/>
          <a:chExt cx="0" cy="0"/>
        </a:xfrm>
      </p:grpSpPr>
      <p:sp>
        <p:nvSpPr>
          <p:cNvPr id="365" name="Google Shape;365;p73"/>
          <p:cNvSpPr/>
          <p:nvPr/>
        </p:nvSpPr>
        <p:spPr>
          <a:xfrm>
            <a:off x="457200" y="404640"/>
            <a:ext cx="8228160" cy="1141560"/>
          </a:xfrm>
          <a:prstGeom prst="rect">
            <a:avLst/>
          </a:prstGeom>
          <a:noFill/>
          <a:ln>
            <a:noFill/>
          </a:ln>
        </p:spPr>
        <p:txBody>
          <a:bodyPr anchorCtr="0" anchor="t" bIns="45000" lIns="90000" spcFirstLastPara="1" rIns="90000" wrap="square" tIns="45000">
            <a:noAutofit/>
          </a:bodyPr>
          <a:lstStyle/>
          <a:p>
            <a:pPr indent="-571680" lvl="0" marL="571680" marR="0" rtl="0" algn="l">
              <a:lnSpc>
                <a:spcPct val="100000"/>
              </a:lnSpc>
              <a:spcBef>
                <a:spcPts val="0"/>
              </a:spcBef>
              <a:spcAft>
                <a:spcPts val="0"/>
              </a:spcAft>
              <a:buClr>
                <a:srgbClr val="FFFFFF"/>
              </a:buClr>
              <a:buSzPts val="4400"/>
              <a:buFont typeface="Noto Sans Symbols"/>
              <a:buChar char="➢"/>
            </a:pPr>
            <a:r>
              <a:rPr b="0" lang="en-US" sz="4400" u="sng" cap="none" strike="noStrike">
                <a:solidFill>
                  <a:srgbClr val="FFFFFF"/>
                </a:solidFill>
                <a:latin typeface="Cambria"/>
                <a:ea typeface="Cambria"/>
                <a:cs typeface="Cambria"/>
                <a:sym typeface="Cambria"/>
              </a:rPr>
              <a:t> OTHER OVERFLOW ATTACKS</a:t>
            </a:r>
            <a:endParaRPr b="0" sz="1800" strike="noStrike">
              <a:solidFill>
                <a:srgbClr val="000000"/>
              </a:solidFill>
              <a:latin typeface="Arial"/>
              <a:ea typeface="Arial"/>
              <a:cs typeface="Arial"/>
              <a:sym typeface="Arial"/>
            </a:endParaRPr>
          </a:p>
        </p:txBody>
      </p:sp>
      <p:sp>
        <p:nvSpPr>
          <p:cNvPr id="366" name="Google Shape;366;p73"/>
          <p:cNvSpPr/>
          <p:nvPr/>
        </p:nvSpPr>
        <p:spPr>
          <a:xfrm>
            <a:off x="457200" y="1676520"/>
            <a:ext cx="8228160" cy="5180040"/>
          </a:xfrm>
          <a:prstGeom prst="rect">
            <a:avLst/>
          </a:prstGeom>
          <a:noFill/>
          <a:ln>
            <a:noFill/>
          </a:ln>
        </p:spPr>
        <p:txBody>
          <a:bodyPr anchorCtr="0" anchor="t" bIns="45000" lIns="90000" spcFirstLastPara="1" rIns="90000" wrap="square" tIns="45000">
            <a:noAutofit/>
          </a:bodyPr>
          <a:lstStyle/>
          <a:p>
            <a:pPr indent="-343080" lvl="0" marL="343080" marR="0" rtl="0" algn="l">
              <a:lnSpc>
                <a:spcPct val="100000"/>
              </a:lnSpc>
              <a:spcBef>
                <a:spcPts val="0"/>
              </a:spcBef>
              <a:spcAft>
                <a:spcPts val="0"/>
              </a:spcAft>
              <a:buClr>
                <a:srgbClr val="DC9E1F"/>
              </a:buClr>
              <a:buSzPts val="2400"/>
              <a:buFont typeface="Noto Sans Symbols"/>
              <a:buChar char="❑"/>
            </a:pPr>
            <a:r>
              <a:rPr b="0" lang="en-US" sz="2400" strike="noStrike">
                <a:solidFill>
                  <a:srgbClr val="FFFFFF"/>
                </a:solidFill>
                <a:latin typeface="Calibri"/>
                <a:ea typeface="Calibri"/>
                <a:cs typeface="Calibri"/>
                <a:sym typeface="Calibri"/>
              </a:rPr>
              <a:t>have a range of other attack variants</a:t>
            </a:r>
            <a:endParaRPr b="0" sz="1800" strike="noStrike">
              <a:solidFill>
                <a:srgbClr val="000000"/>
              </a:solidFill>
              <a:latin typeface="Arial"/>
              <a:ea typeface="Arial"/>
              <a:cs typeface="Arial"/>
              <a:sym typeface="Arial"/>
            </a:endParaRPr>
          </a:p>
          <a:p>
            <a:pPr indent="-285840" lvl="1" marL="743040" marR="0" rtl="0" algn="l">
              <a:lnSpc>
                <a:spcPct val="100000"/>
              </a:lnSpc>
              <a:spcBef>
                <a:spcPts val="0"/>
              </a:spcBef>
              <a:spcAft>
                <a:spcPts val="0"/>
              </a:spcAft>
              <a:buClr>
                <a:srgbClr val="DC9E1F"/>
              </a:buClr>
              <a:buSzPts val="2400"/>
              <a:buFont typeface="Arial"/>
              <a:buChar char="•"/>
            </a:pPr>
            <a:r>
              <a:rPr b="0" i="0" lang="en-US" sz="2400" u="none" cap="none" strike="noStrike">
                <a:solidFill>
                  <a:srgbClr val="FFFFFF"/>
                </a:solidFill>
                <a:latin typeface="Calibri"/>
                <a:ea typeface="Calibri"/>
                <a:cs typeface="Calibri"/>
                <a:sym typeface="Calibri"/>
              </a:rPr>
              <a:t>Stack overflow variants.</a:t>
            </a:r>
            <a:endParaRPr b="0" i="0" sz="1800" u="none" cap="none" strike="noStrike">
              <a:solidFill>
                <a:srgbClr val="000000"/>
              </a:solidFill>
              <a:latin typeface="Arial"/>
              <a:ea typeface="Arial"/>
              <a:cs typeface="Arial"/>
              <a:sym typeface="Arial"/>
            </a:endParaRPr>
          </a:p>
          <a:p>
            <a:pPr indent="-285840" lvl="1" marL="743040" marR="0" rtl="0" algn="l">
              <a:lnSpc>
                <a:spcPct val="100000"/>
              </a:lnSpc>
              <a:spcBef>
                <a:spcPts val="0"/>
              </a:spcBef>
              <a:spcAft>
                <a:spcPts val="0"/>
              </a:spcAft>
              <a:buClr>
                <a:srgbClr val="DC9E1F"/>
              </a:buClr>
              <a:buSzPts val="2400"/>
              <a:buFont typeface="Arial"/>
              <a:buChar char="•"/>
            </a:pPr>
            <a:r>
              <a:rPr b="0" i="0" lang="en-US" sz="2400" u="none" cap="none" strike="noStrike">
                <a:solidFill>
                  <a:srgbClr val="FFFFFF"/>
                </a:solidFill>
                <a:latin typeface="Calibri"/>
                <a:ea typeface="Calibri"/>
                <a:cs typeface="Calibri"/>
                <a:sym typeface="Calibri"/>
              </a:rPr>
              <a:t>Heap overflow</a:t>
            </a:r>
            <a:endParaRPr b="0" i="0" sz="1800" u="none" cap="none" strike="noStrike">
              <a:solidFill>
                <a:srgbClr val="000000"/>
              </a:solidFill>
              <a:latin typeface="Arial"/>
              <a:ea typeface="Arial"/>
              <a:cs typeface="Arial"/>
              <a:sym typeface="Arial"/>
            </a:endParaRPr>
          </a:p>
          <a:p>
            <a:pPr indent="-285840" lvl="1" marL="743040" marR="0" rtl="0" algn="l">
              <a:lnSpc>
                <a:spcPct val="100000"/>
              </a:lnSpc>
              <a:spcBef>
                <a:spcPts val="0"/>
              </a:spcBef>
              <a:spcAft>
                <a:spcPts val="0"/>
              </a:spcAft>
              <a:buClr>
                <a:srgbClr val="DC9E1F"/>
              </a:buClr>
              <a:buSzPts val="2400"/>
              <a:buFont typeface="Arial"/>
              <a:buChar char="•"/>
            </a:pPr>
            <a:r>
              <a:rPr b="0" i="0" lang="en-US" sz="2400" u="none" cap="none" strike="noStrike">
                <a:solidFill>
                  <a:srgbClr val="FFFFFF"/>
                </a:solidFill>
                <a:latin typeface="Calibri"/>
                <a:ea typeface="Calibri"/>
                <a:cs typeface="Calibri"/>
                <a:sym typeface="Calibri"/>
              </a:rPr>
              <a:t>Global data overflow</a:t>
            </a:r>
            <a:endParaRPr b="0" i="0" sz="1800" u="none" cap="none" strike="noStrike">
              <a:solidFill>
                <a:srgbClr val="000000"/>
              </a:solidFill>
              <a:latin typeface="Arial"/>
              <a:ea typeface="Arial"/>
              <a:cs typeface="Arial"/>
              <a:sym typeface="Arial"/>
            </a:endParaRPr>
          </a:p>
          <a:p>
            <a:pPr indent="-285840" lvl="1" marL="743040" marR="0" rtl="0" algn="l">
              <a:lnSpc>
                <a:spcPct val="100000"/>
              </a:lnSpc>
              <a:spcBef>
                <a:spcPts val="0"/>
              </a:spcBef>
              <a:spcAft>
                <a:spcPts val="0"/>
              </a:spcAft>
              <a:buClr>
                <a:srgbClr val="DC9E1F"/>
              </a:buClr>
              <a:buSzPts val="2400"/>
              <a:buFont typeface="Arial"/>
              <a:buChar char="•"/>
            </a:pPr>
            <a:r>
              <a:rPr b="0" i="0" lang="en-US" sz="2400" u="none" cap="none" strike="noStrike">
                <a:solidFill>
                  <a:srgbClr val="FFFFFF"/>
                </a:solidFill>
                <a:latin typeface="Calibri"/>
                <a:ea typeface="Calibri"/>
                <a:cs typeface="Calibri"/>
                <a:sym typeface="Calibri"/>
              </a:rPr>
              <a:t>Format string overflow</a:t>
            </a:r>
            <a:endParaRPr b="0" i="0" sz="1800" u="none" cap="none" strike="noStrike">
              <a:solidFill>
                <a:srgbClr val="000000"/>
              </a:solidFill>
              <a:latin typeface="Arial"/>
              <a:ea typeface="Arial"/>
              <a:cs typeface="Arial"/>
              <a:sym typeface="Arial"/>
            </a:endParaRPr>
          </a:p>
          <a:p>
            <a:pPr indent="-285840" lvl="1" marL="743040" marR="0" rtl="0" algn="l">
              <a:lnSpc>
                <a:spcPct val="100000"/>
              </a:lnSpc>
              <a:spcBef>
                <a:spcPts val="0"/>
              </a:spcBef>
              <a:spcAft>
                <a:spcPts val="0"/>
              </a:spcAft>
              <a:buClr>
                <a:srgbClr val="DC9E1F"/>
              </a:buClr>
              <a:buSzPts val="2400"/>
              <a:buFont typeface="Arial"/>
              <a:buChar char="•"/>
            </a:pPr>
            <a:r>
              <a:rPr b="0" i="0" lang="en-US" sz="2400" u="none" cap="none" strike="noStrike">
                <a:solidFill>
                  <a:srgbClr val="FFFFFF"/>
                </a:solidFill>
                <a:latin typeface="Calibri"/>
                <a:ea typeface="Calibri"/>
                <a:cs typeface="Calibri"/>
                <a:sym typeface="Calibri"/>
              </a:rPr>
              <a:t>Integer overflow</a:t>
            </a:r>
            <a:endParaRPr b="0" i="0" sz="1800" u="none" cap="none" strike="noStrike">
              <a:solidFill>
                <a:srgbClr val="000000"/>
              </a:solidFill>
              <a:latin typeface="Arial"/>
              <a:ea typeface="Arial"/>
              <a:cs typeface="Arial"/>
              <a:sym typeface="Arial"/>
            </a:endParaRPr>
          </a:p>
          <a:p>
            <a:pPr indent="-343080" lvl="0" marL="343080" marR="0" rtl="0" algn="l">
              <a:lnSpc>
                <a:spcPct val="100000"/>
              </a:lnSpc>
              <a:spcBef>
                <a:spcPts val="0"/>
              </a:spcBef>
              <a:spcAft>
                <a:spcPts val="0"/>
              </a:spcAft>
              <a:buClr>
                <a:srgbClr val="DC9E1F"/>
              </a:buClr>
              <a:buSzPts val="2400"/>
              <a:buFont typeface="Noto Sans Symbols"/>
              <a:buChar char="❑"/>
            </a:pPr>
            <a:r>
              <a:rPr b="0" lang="en-US" sz="2400" strike="noStrike">
                <a:solidFill>
                  <a:srgbClr val="FFFFFF"/>
                </a:solidFill>
                <a:latin typeface="Calibri"/>
                <a:ea typeface="Calibri"/>
                <a:cs typeface="Calibri"/>
                <a:sym typeface="Calibri"/>
              </a:rPr>
              <a:t>more likely to be discovered in future</a:t>
            </a:r>
            <a:endParaRPr b="0" sz="1800" strike="noStrike">
              <a:solidFill>
                <a:srgbClr val="000000"/>
              </a:solidFill>
              <a:latin typeface="Arial"/>
              <a:ea typeface="Arial"/>
              <a:cs typeface="Arial"/>
              <a:sym typeface="Arial"/>
            </a:endParaRPr>
          </a:p>
          <a:p>
            <a:pPr indent="-343080" lvl="0" marL="343080" marR="0" rtl="0" algn="l">
              <a:lnSpc>
                <a:spcPct val="100000"/>
              </a:lnSpc>
              <a:spcBef>
                <a:spcPts val="0"/>
              </a:spcBef>
              <a:spcAft>
                <a:spcPts val="0"/>
              </a:spcAft>
              <a:buClr>
                <a:srgbClr val="DC9E1F"/>
              </a:buClr>
              <a:buSzPts val="2400"/>
              <a:buFont typeface="Noto Sans Symbols"/>
              <a:buChar char="❑"/>
            </a:pPr>
            <a:r>
              <a:rPr b="0" lang="en-US" sz="2400" strike="noStrike">
                <a:solidFill>
                  <a:srgbClr val="FFFFFF"/>
                </a:solidFill>
                <a:latin typeface="Calibri"/>
                <a:ea typeface="Calibri"/>
                <a:cs typeface="Calibri"/>
                <a:sym typeface="Calibri"/>
              </a:rPr>
              <a:t>some cannot be prevented except by coding to prevent originally</a:t>
            </a:r>
            <a:endParaRPr b="0" sz="1800" strike="noStrike">
              <a:solidFill>
                <a:srgbClr val="000000"/>
              </a:solidFill>
              <a:latin typeface="Arial"/>
              <a:ea typeface="Arial"/>
              <a:cs typeface="Arial"/>
              <a:sym typeface="Arial"/>
            </a:endParaRPr>
          </a:p>
        </p:txBody>
      </p:sp>
    </p:spTree>
  </p:cSld>
  <p:clrMapOvr>
    <a:masterClrMapping/>
  </p:clrMapOvr>
  <p:transition spd="slow">
    <p:fade thruBlk="1"/>
  </p:transition>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gradFill>
          <a:gsLst>
            <a:gs pos="0">
              <a:srgbClr val="262626"/>
            </a:gs>
            <a:gs pos="100000">
              <a:schemeClr val="dk1"/>
            </a:gs>
          </a:gsLst>
          <a:lin ang="5400000" scaled="0"/>
        </a:gradFill>
      </p:bgPr>
    </p:bg>
    <p:spTree>
      <p:nvGrpSpPr>
        <p:cNvPr id="370" name="Shape 370"/>
        <p:cNvGrpSpPr/>
        <p:nvPr/>
      </p:nvGrpSpPr>
      <p:grpSpPr>
        <a:xfrm>
          <a:off x="0" y="0"/>
          <a:ext cx="0" cy="0"/>
          <a:chOff x="0" y="0"/>
          <a:chExt cx="0" cy="0"/>
        </a:xfrm>
      </p:grpSpPr>
      <p:sp>
        <p:nvSpPr>
          <p:cNvPr id="371" name="Google Shape;371;p74"/>
          <p:cNvSpPr/>
          <p:nvPr/>
        </p:nvSpPr>
        <p:spPr>
          <a:xfrm>
            <a:off x="609480" y="274680"/>
            <a:ext cx="7923240" cy="1141560"/>
          </a:xfrm>
          <a:prstGeom prst="rect">
            <a:avLst/>
          </a:prstGeom>
          <a:noFill/>
          <a:ln>
            <a:noFill/>
          </a:ln>
        </p:spPr>
        <p:txBody>
          <a:bodyPr anchorCtr="0" anchor="b" bIns="45000" lIns="90000" spcFirstLastPara="1" rIns="90000" wrap="square" tIns="45000">
            <a:noAutofit/>
          </a:bodyPr>
          <a:lstStyle/>
          <a:p>
            <a:pPr indent="0" lvl="0" marL="0" marR="0" rtl="0" algn="l">
              <a:lnSpc>
                <a:spcPct val="100000"/>
              </a:lnSpc>
              <a:spcBef>
                <a:spcPts val="0"/>
              </a:spcBef>
              <a:spcAft>
                <a:spcPts val="0"/>
              </a:spcAft>
              <a:buNone/>
            </a:pPr>
            <a:r>
              <a:rPr b="0" lang="en-US" sz="6000" u="sng" cap="none" strike="noStrike">
                <a:solidFill>
                  <a:srgbClr val="FFFFFF"/>
                </a:solidFill>
                <a:latin typeface="Cambria"/>
                <a:ea typeface="Cambria"/>
                <a:cs typeface="Cambria"/>
                <a:sym typeface="Cambria"/>
              </a:rPr>
              <a:t>CONCLUSION</a:t>
            </a:r>
            <a:endParaRPr b="0" sz="1800" strike="noStrike">
              <a:solidFill>
                <a:srgbClr val="000000"/>
              </a:solidFill>
              <a:latin typeface="Arial"/>
              <a:ea typeface="Arial"/>
              <a:cs typeface="Arial"/>
              <a:sym typeface="Arial"/>
            </a:endParaRPr>
          </a:p>
        </p:txBody>
      </p:sp>
      <p:sp>
        <p:nvSpPr>
          <p:cNvPr id="372" name="Google Shape;372;p74"/>
          <p:cNvSpPr/>
          <p:nvPr/>
        </p:nvSpPr>
        <p:spPr>
          <a:xfrm>
            <a:off x="609480" y="1600200"/>
            <a:ext cx="7923240" cy="2501283"/>
          </a:xfrm>
          <a:prstGeom prst="rect">
            <a:avLst/>
          </a:prstGeom>
          <a:noFill/>
          <a:ln>
            <a:noFill/>
          </a:ln>
        </p:spPr>
        <p:txBody>
          <a:bodyPr anchorCtr="0" anchor="t" bIns="45000" lIns="90000" spcFirstLastPara="1" rIns="90000" wrap="square" tIns="45000">
            <a:noAutofit/>
          </a:bodyPr>
          <a:lstStyle/>
          <a:p>
            <a:pPr indent="-330400" lvl="0" marL="432000" marR="0" rtl="0" algn="l">
              <a:lnSpc>
                <a:spcPct val="100000"/>
              </a:lnSpc>
              <a:spcBef>
                <a:spcPts val="0"/>
              </a:spcBef>
              <a:spcAft>
                <a:spcPts val="0"/>
              </a:spcAft>
              <a:buClr>
                <a:srgbClr val="000000"/>
              </a:buClr>
              <a:buSzPts val="1170"/>
              <a:buFont typeface="Noto Sans Symbols"/>
              <a:buChar char="●"/>
            </a:pPr>
            <a:r>
              <a:rPr b="0" lang="en-US" sz="2600" strike="noStrike">
                <a:solidFill>
                  <a:schemeClr val="lt1"/>
                </a:solidFill>
                <a:latin typeface="Calibri"/>
                <a:ea typeface="Calibri"/>
                <a:cs typeface="Calibri"/>
                <a:sym typeface="Calibri"/>
              </a:rPr>
              <a:t>By using this techniques,we can protect our data from malicious hackers.</a:t>
            </a:r>
            <a:endParaRPr b="0" sz="1800" strike="noStrike">
              <a:solidFill>
                <a:schemeClr val="lt1"/>
              </a:solidFill>
              <a:latin typeface="Calibri"/>
              <a:ea typeface="Calibri"/>
              <a:cs typeface="Calibri"/>
              <a:sym typeface="Calibri"/>
            </a:endParaRPr>
          </a:p>
          <a:p>
            <a:pPr indent="-330400" lvl="0" marL="432000" marR="0" rtl="0" algn="l">
              <a:lnSpc>
                <a:spcPct val="100000"/>
              </a:lnSpc>
              <a:spcBef>
                <a:spcPts val="0"/>
              </a:spcBef>
              <a:spcAft>
                <a:spcPts val="0"/>
              </a:spcAft>
              <a:buClr>
                <a:srgbClr val="000000"/>
              </a:buClr>
              <a:buSzPts val="1170"/>
              <a:buFont typeface="Noto Sans Symbols"/>
              <a:buChar char="●"/>
            </a:pPr>
            <a:r>
              <a:rPr b="0" lang="en-US" sz="2600" strike="noStrike">
                <a:solidFill>
                  <a:schemeClr val="lt1"/>
                </a:solidFill>
                <a:latin typeface="Calibri"/>
                <a:ea typeface="Calibri"/>
                <a:cs typeface="Calibri"/>
                <a:sym typeface="Calibri"/>
              </a:rPr>
              <a:t>This type of techniques must be made familiar to all the Universities and Colleges who are maintaining the databases, in order to prevent the attacks from competitors</a:t>
            </a:r>
            <a:endParaRPr b="0" sz="1800" strike="noStrike">
              <a:solidFill>
                <a:schemeClr val="lt1"/>
              </a:solidFill>
              <a:latin typeface="Calibri"/>
              <a:ea typeface="Calibri"/>
              <a:cs typeface="Calibri"/>
              <a:sym typeface="Calibri"/>
            </a:endParaRPr>
          </a:p>
        </p:txBody>
      </p:sp>
    </p:spTree>
  </p:cSld>
  <p:clrMapOvr>
    <a:masterClrMapping/>
  </p:clrMapOvr>
  <mc:AlternateContent>
    <mc:Choice Requires="p14">
      <p:transition spd="slow">
        <p14:prism dir="l"/>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gradFill>
          <a:gsLst>
            <a:gs pos="0">
              <a:srgbClr val="262626"/>
            </a:gs>
            <a:gs pos="100000">
              <a:schemeClr val="dk1"/>
            </a:gs>
          </a:gsLst>
          <a:lin ang="5400000" scaled="0"/>
        </a:gradFill>
      </p:bgPr>
    </p:bg>
    <p:spTree>
      <p:nvGrpSpPr>
        <p:cNvPr id="376" name="Shape 376"/>
        <p:cNvGrpSpPr/>
        <p:nvPr/>
      </p:nvGrpSpPr>
      <p:grpSpPr>
        <a:xfrm>
          <a:off x="0" y="0"/>
          <a:ext cx="0" cy="0"/>
          <a:chOff x="0" y="0"/>
          <a:chExt cx="0" cy="0"/>
        </a:xfrm>
      </p:grpSpPr>
      <p:sp>
        <p:nvSpPr>
          <p:cNvPr id="377" name="Google Shape;377;p75"/>
          <p:cNvSpPr/>
          <p:nvPr/>
        </p:nvSpPr>
        <p:spPr>
          <a:xfrm>
            <a:off x="609480" y="274680"/>
            <a:ext cx="7923240" cy="1141560"/>
          </a:xfrm>
          <a:prstGeom prst="rect">
            <a:avLst/>
          </a:prstGeom>
          <a:noFill/>
          <a:ln>
            <a:noFill/>
          </a:ln>
        </p:spPr>
        <p:txBody>
          <a:bodyPr anchorCtr="0" anchor="b" bIns="45000" lIns="90000" spcFirstLastPara="1" rIns="90000" wrap="square" tIns="45000">
            <a:noAutofit/>
          </a:bodyPr>
          <a:lstStyle/>
          <a:p>
            <a:pPr indent="0" lvl="0" marL="0" marR="0" rtl="0" algn="ctr">
              <a:lnSpc>
                <a:spcPct val="100000"/>
              </a:lnSpc>
              <a:spcBef>
                <a:spcPts val="0"/>
              </a:spcBef>
              <a:spcAft>
                <a:spcPts val="0"/>
              </a:spcAft>
              <a:buNone/>
            </a:pPr>
            <a:r>
              <a:rPr b="0" lang="en-US" sz="6000" u="sng" cap="none" strike="noStrike">
                <a:solidFill>
                  <a:srgbClr val="FFFFFF"/>
                </a:solidFill>
                <a:latin typeface="Cambria"/>
                <a:ea typeface="Cambria"/>
                <a:cs typeface="Cambria"/>
                <a:sym typeface="Cambria"/>
              </a:rPr>
              <a:t>CASE STUDY</a:t>
            </a:r>
            <a:endParaRPr b="0" sz="1800" strike="noStrike">
              <a:solidFill>
                <a:srgbClr val="000000"/>
              </a:solidFill>
              <a:latin typeface="Arial"/>
              <a:ea typeface="Arial"/>
              <a:cs typeface="Arial"/>
              <a:sym typeface="Arial"/>
            </a:endParaRPr>
          </a:p>
        </p:txBody>
      </p:sp>
      <p:sp>
        <p:nvSpPr>
          <p:cNvPr id="378" name="Google Shape;378;p75"/>
          <p:cNvSpPr/>
          <p:nvPr/>
        </p:nvSpPr>
        <p:spPr>
          <a:xfrm>
            <a:off x="609480" y="1600200"/>
            <a:ext cx="7923240" cy="411336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ransition spd="slow">
    <p:fade thruBlk="1"/>
  </p:transition>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